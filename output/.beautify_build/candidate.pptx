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9154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47625" y="2095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1430">
            <a:solidFill>
              <a:srgbClr val="C2CDDA"/>
            </a:solidFill>
            <a:prstDash val="solid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4210050"/>
          </a:xfrm>
          <a:prstGeom prst="roundRect">
            <a:avLst>
              <a:gd name="adj" fmla="val 5143"/>
            </a:avLst>
          </a:prstGeom>
          <a:solidFill>
            <a:srgbClr val="FFFCF7"/>
          </a:solidFill>
          <a:ln w="11430">
            <a:solidFill>
              <a:srgbClr val="C2CDD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400" b="1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C2B3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400" b="1">
                <a:solidFill>
                  <a:srgbClr val="1C2B3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>
                <a:solidFill>
                  <a:srgbClr val="1C2B3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and </a:t>
            </a:r>
            <a:r>
              <a:rPr lang="en-US" sz="2400" b="1">
                <a:solidFill>
                  <a:srgbClr val="1C2B3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lang="en-US" sz="2400" b="1">
                <a:solidFill>
                  <a:srgbClr val="1C2B3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usion</a:t>
            </a:r>
            <a:endParaRPr lang="en-US" sz="2400" b="1">
              <a:solidFill>
                <a:srgbClr val="1C2B3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egime 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and 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pecialist 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ssembly</a:t>
            </a:r>
            <a:endParaRPr sz="1875" b="0">
              <a:solidFill>
                <a:srgbClr val="4A6B8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400" b="1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400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egime-local specialist </a:t>
            </a:r>
            <a:endParaRPr sz="2400" b="1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parse 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xpert 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nside a </a:t>
            </a:r>
            <a:r>
              <a:rPr lang="en-US"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pecialist</a:t>
            </a:r>
            <a:endParaRPr sz="1875" b="0">
              <a:solidFill>
                <a:srgbClr val="4A6B8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562600"/>
            <a:ext cx="4600575" cy="2838450"/>
          </a:xfrm>
          <a:prstGeom prst="roundRect">
            <a:avLst>
              <a:gd name="adj" fmla="val 3982"/>
            </a:avLst>
          </a:prstGeom>
          <a:solidFill>
            <a:srgbClr val="FFFCF7"/>
          </a:solidFill>
          <a:ln w="14288">
            <a:solidFill>
              <a:srgbClr val="C99B74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43150"/>
            <a:ext cx="504825" cy="9525"/>
          </a:xfrm>
          <a:custGeom>
            <a:avLst/>
            <a:gdLst/>
            <a:ahLst/>
            <a:cxnLst/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5124450" y="2295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8639175" y="1581150"/>
            <a:ext cx="1219200" cy="9525"/>
          </a:xfrm>
          <a:custGeom>
            <a:avLst/>
            <a:gdLst/>
            <a:ahLst/>
            <a:cxnLst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44075" y="1533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924800" y="2324100"/>
            <a:ext cx="1790700" cy="685800"/>
          </a:xfrm>
          <a:custGeom>
            <a:avLst/>
            <a:gdLst/>
            <a:ahLst/>
            <a:cxnLst/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601200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96775" y="1581150"/>
            <a:ext cx="3648075" cy="304800"/>
          </a:xfrm>
          <a:custGeom>
            <a:avLst/>
            <a:gdLst/>
            <a:ahLst/>
            <a:cxnLst/>
            <a:pathLst>
              <a:path w="3648075" h="304800">
                <a:moveTo>
                  <a:pt x="0" y="0"/>
                </a:moveTo>
                <a:lnTo>
                  <a:pt x="3648075" y="0"/>
                </a:lnTo>
                <a:lnTo>
                  <a:pt x="3648075" y="30480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716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67150"/>
            <a:ext cx="7391400" cy="9525"/>
          </a:xfrm>
          <a:custGeom>
            <a:avLst/>
            <a:gdLst/>
            <a:ahLst/>
            <a:cxnLst/>
            <a:pathLst>
              <a:path w="7391400" h="9525">
                <a:moveTo>
                  <a:pt x="0" y="0"/>
                </a:moveTo>
                <a:lnTo>
                  <a:pt x="7391400" y="0"/>
                </a:lnTo>
              </a:path>
            </a:pathLst>
          </a:custGeom>
          <a:noFill/>
          <a:ln w="17145">
            <a:solidFill>
              <a:srgbClr val="8A9BAD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44075" y="3819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8A9BAD"/>
          </a:solidFill>
          <a:ln w="0">
            <a:solidFill>
              <a:srgbClr val="8A9BAD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86000"/>
            <a:ext cx="1114425" cy="323850"/>
          </a:xfrm>
          <a:custGeom>
            <a:avLst/>
            <a:gdLst/>
            <a:ahLst/>
            <a:cxnLst/>
            <a:pathLst>
              <a:path w="1114425" h="323850">
                <a:moveTo>
                  <a:pt x="0" y="0"/>
                </a:moveTo>
                <a:lnTo>
                  <a:pt x="419100" y="0"/>
                </a:lnTo>
                <a:lnTo>
                  <a:pt x="419100" y="323850"/>
                </a:lnTo>
                <a:lnTo>
                  <a:pt x="1114425" y="32385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81075"/>
          </a:xfrm>
          <a:custGeom>
            <a:avLst/>
            <a:gdLst/>
            <a:ahLst/>
            <a:cxnLst/>
            <a:pathLst>
              <a:path w="1390650" h="981075">
                <a:moveTo>
                  <a:pt x="0" y="981075"/>
                </a:moveTo>
                <a:lnTo>
                  <a:pt x="1390650" y="981075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953250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953250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828800"/>
          </a:xfrm>
          <a:custGeom>
            <a:avLst/>
            <a:gdLst/>
            <a:ahLst/>
            <a:cxnLst/>
            <a:pathLst>
              <a:path w="1419225" h="1828800">
                <a:moveTo>
                  <a:pt x="0" y="1828800"/>
                </a:moveTo>
                <a:lnTo>
                  <a:pt x="209550" y="1828800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953250"/>
            <a:ext cx="476250" cy="152400"/>
          </a:xfrm>
          <a:custGeom>
            <a:avLst/>
            <a:gdLst/>
            <a:ahLst/>
            <a:cxnLst/>
            <a:pathLst>
              <a:path w="476250" h="152400">
                <a:moveTo>
                  <a:pt x="0" y="0"/>
                </a:moveTo>
                <a:lnTo>
                  <a:pt x="0" y="152400"/>
                </a:lnTo>
                <a:lnTo>
                  <a:pt x="476250" y="15240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70580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1066800"/>
          </a:xfrm>
          <a:custGeom>
            <a:avLst/>
            <a:gdLst/>
            <a:ahLst/>
            <a:cxnLst/>
            <a:pathLst>
              <a:path w="752475" h="1066800">
                <a:moveTo>
                  <a:pt x="0" y="0"/>
                </a:moveTo>
                <a:lnTo>
                  <a:pt x="752475" y="0"/>
                </a:lnTo>
                <a:lnTo>
                  <a:pt x="752475" y="106680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60769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477000"/>
            <a:ext cx="533400" cy="285750"/>
          </a:xfrm>
          <a:custGeom>
            <a:avLst/>
            <a:gdLst/>
            <a:ahLst/>
            <a:cxnLst/>
            <a:pathLst>
              <a:path w="533400" h="285750">
                <a:moveTo>
                  <a:pt x="0" y="285750"/>
                </a:moveTo>
                <a:lnTo>
                  <a:pt x="257175" y="285750"/>
                </a:lnTo>
                <a:lnTo>
                  <a:pt x="257175" y="0"/>
                </a:lnTo>
                <a:lnTo>
                  <a:pt x="533400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201025" y="64293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7172325"/>
            <a:ext cx="533400" cy="428625"/>
          </a:xfrm>
          <a:custGeom>
            <a:avLst/>
            <a:gdLst/>
            <a:ahLst/>
            <a:cxnLst/>
            <a:pathLst>
              <a:path w="533400" h="428625">
                <a:moveTo>
                  <a:pt x="0" y="0"/>
                </a:moveTo>
                <a:lnTo>
                  <a:pt x="257175" y="0"/>
                </a:lnTo>
                <a:lnTo>
                  <a:pt x="257175" y="428625"/>
                </a:lnTo>
                <a:lnTo>
                  <a:pt x="533400" y="428625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201025" y="75533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10144125" y="6477000"/>
            <a:ext cx="285750" cy="542925"/>
          </a:xfrm>
          <a:custGeom>
            <a:avLst/>
            <a:gdLst/>
            <a:ahLst/>
            <a:cxnLst/>
            <a:pathLst>
              <a:path w="285750" h="542925">
                <a:moveTo>
                  <a:pt x="0" y="0"/>
                </a:moveTo>
                <a:lnTo>
                  <a:pt x="142875" y="0"/>
                </a:lnTo>
                <a:lnTo>
                  <a:pt x="142875" y="542925"/>
                </a:lnTo>
                <a:lnTo>
                  <a:pt x="285750" y="542925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9723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10144125" y="7229475"/>
            <a:ext cx="285750" cy="371475"/>
          </a:xfrm>
          <a:custGeom>
            <a:avLst/>
            <a:gdLst/>
            <a:ahLst/>
            <a:cxnLst/>
            <a:pathLst>
              <a:path w="285750" h="371475">
                <a:moveTo>
                  <a:pt x="0" y="371475"/>
                </a:moveTo>
                <a:lnTo>
                  <a:pt x="142875" y="371475"/>
                </a:lnTo>
                <a:lnTo>
                  <a:pt x="142875" y="0"/>
                </a:lnTo>
                <a:lnTo>
                  <a:pt x="285750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718185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619875"/>
            <a:ext cx="457200" cy="504825"/>
          </a:xfrm>
          <a:custGeom>
            <a:avLst/>
            <a:gdLst/>
            <a:ahLst/>
            <a:cxnLst/>
            <a:pathLst>
              <a:path w="457200" h="504825">
                <a:moveTo>
                  <a:pt x="0" y="504825"/>
                </a:moveTo>
                <a:lnTo>
                  <a:pt x="457200" y="5048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6198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23344A"/>
          </a:solidFill>
          <a:ln w="0">
            <a:solidFill>
              <a:srgbClr val="23344A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696700" y="6400800"/>
            <a:ext cx="304800" cy="552450"/>
          </a:xfrm>
          <a:custGeom>
            <a:avLst/>
            <a:gdLst/>
            <a:ahLst/>
            <a:cxnLst/>
            <a:pathLst>
              <a:path w="304800" h="552450">
                <a:moveTo>
                  <a:pt x="0" y="0"/>
                </a:moveTo>
                <a:lnTo>
                  <a:pt x="142875" y="0"/>
                </a:lnTo>
                <a:lnTo>
                  <a:pt x="142875" y="552450"/>
                </a:lnTo>
                <a:lnTo>
                  <a:pt x="304800" y="552450"/>
                </a:lnTo>
              </a:path>
            </a:pathLst>
          </a:custGeom>
          <a:noFill/>
          <a:ln w="28575">
            <a:solidFill>
              <a:srgbClr val="4A6B8C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681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A6B8C"/>
          </a:solidFill>
          <a:ln w="0">
            <a:solidFill>
              <a:srgbClr val="4A6B8C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525500" y="6953250"/>
            <a:ext cx="1219200" cy="9525"/>
          </a:xfrm>
          <a:custGeom>
            <a:avLst/>
            <a:gdLst/>
            <a:ahLst/>
            <a:cxnLst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28575">
            <a:solidFill>
              <a:srgbClr val="4A6B8C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6113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A6B8C"/>
          </a:solidFill>
          <a:ln w="0">
            <a:solidFill>
              <a:srgbClr val="4A6B8C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516350" y="6953250"/>
            <a:ext cx="666750" cy="9525"/>
          </a:xfrm>
          <a:custGeom>
            <a:avLst/>
            <a:gdLst/>
            <a:ahLst/>
            <a:cxnLst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4A6B8C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70497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A6B8C"/>
          </a:solidFill>
          <a:ln w="0">
            <a:solidFill>
              <a:srgbClr val="4A6B8C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23344A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0000"/>
            </a:avLst>
          </a:prstGeom>
          <a:solidFill>
            <a:srgbClr val="F0EDF6"/>
          </a:solidFill>
          <a:ln w="12700">
            <a:solidFill>
              <a:srgbClr val="9784B4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200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2700">
            <a:solidFill>
              <a:srgbClr val="93A8BC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00050" y="2847975"/>
            <a:ext cx="20097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solidFill>
            <a:srgbClr val="E3F2EF"/>
          </a:solidFill>
          <a:ln w="15240">
            <a:solidFill>
              <a:srgbClr val="57968E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1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1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57968E"/>
          </a:solidFill>
          <a:ln w="14288">
            <a:solidFill>
              <a:srgbClr val="57968E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57968E"/>
          </a:solidFill>
          <a:ln w="14288">
            <a:solidFill>
              <a:srgbClr val="57968E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57968E"/>
          </a:solidFill>
          <a:ln w="14288">
            <a:solidFill>
              <a:srgbClr val="57968E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6296025" y="17145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solidFill>
            <a:srgbClr val="FAF5E7"/>
          </a:solidFill>
          <a:ln w="19050">
            <a:solidFill>
              <a:srgbClr val="23344A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440170" y="1793875"/>
            <a:ext cx="1076325" cy="1233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>
                <a:sym typeface="+mn-ea"/>
              </a:rPr>
              <a:t>S</a:t>
            </a:r>
            <a:r>
              <a:rPr>
                <a:sym typeface="+mn-ea"/>
              </a:rPr>
              <a:t>pecialist</a:t>
            </a:r>
            <a:endParaRPr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preferences</a:t>
            </a:r>
            <a:endParaRPr lang="en-US" altLang="zh-CN"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91575" y="12192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168640" y="253301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T2-C</a:t>
            </a:r>
            <a:endParaRPr lang="en-US" altLang="zh-CN"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39325" y="809625"/>
            <a:ext cx="24955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58375" y="1295400"/>
            <a:ext cx="2438400" cy="571500"/>
          </a:xfrm>
          <a:prstGeom prst="roundRect">
            <a:avLst>
              <a:gd name="adj" fmla="val 10000"/>
            </a:avLst>
          </a:prstGeom>
          <a:solidFill>
            <a:srgbClr val="FCF0E4"/>
          </a:solidFill>
          <a:ln w="12700">
            <a:solidFill>
              <a:srgbClr val="CC986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306050" y="14001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s"/>
              <p:cNvSpPr>
                <a:spLocks noGrp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>
                  <a:latin typeface="Cambria Math" panose="02040503050406030204" charset="0"/>
                </a:endParaRPr>
              </a:p>
            </p:txBody>
          </p:sp>
        </mc:Choice>
        <mc:Fallback>
          <p:sp>
            <p:nvSpPr>
              <p:cNvPr id="87" name="矩形 86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1181100"/>
            <a:ext cx="2705100" cy="220027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CC9867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2000250"/>
            <a:ext cx="2438400" cy="5715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 w="12700">
            <a:solidFill>
              <a:srgbClr val="7395B8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306050" y="210502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h"/>
              <p:cNvSpPr>
                <a:spLocks noGrp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h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0000"/>
            </a:avLst>
          </a:prstGeom>
          <a:solidFill>
            <a:srgbClr val="F5ECF0"/>
          </a:solidFill>
          <a:ln w="12700">
            <a:solidFill>
              <a:srgbClr val="BA879E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306050" y="28098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t"/>
              <p:cNvSpPr>
                <a:spLocks noGrp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58375" y="3562350"/>
            <a:ext cx="2438400" cy="5334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 w="12700">
            <a:solidFill>
              <a:srgbClr val="7395B8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258425" y="3648075"/>
            <a:ext cx="12096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E3F1E9"/>
          </a:solidFill>
          <a:ln w="19050">
            <a:solidFill>
              <a:srgbClr val="23344A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23344A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23344A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23344A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63775" y="1885950"/>
            <a:ext cx="2095500" cy="1095375"/>
          </a:xfrm>
          <a:prstGeom prst="roundRect">
            <a:avLst>
              <a:gd name="adj" fmla="val 10000"/>
            </a:avLst>
          </a:prstGeom>
          <a:solidFill>
            <a:srgbClr val="F0EDF6"/>
          </a:solidFill>
          <a:ln w="12700">
            <a:solidFill>
              <a:srgbClr val="9784B4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39975" y="1971675"/>
            <a:ext cx="1943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572250"/>
            <a:ext cx="1647825" cy="76200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2700">
            <a:solidFill>
              <a:srgbClr val="93A8BC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371475" y="6600825"/>
            <a:ext cx="15716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615315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solidFill>
            <a:srgbClr val="FCF0E4"/>
          </a:solidFill>
          <a:ln w="15240">
            <a:solidFill>
              <a:srgbClr val="CC9867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62200" y="6448425"/>
            <a:ext cx="11144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7400925"/>
            <a:ext cx="114300" cy="171450"/>
          </a:xfrm>
          <a:prstGeom prst="roundRect">
            <a:avLst>
              <a:gd name="adj" fmla="val 0"/>
            </a:avLst>
          </a:prstGeom>
          <a:solidFill>
            <a:srgbClr val="C48A56"/>
          </a:solidFill>
          <a:ln w="14288">
            <a:solidFill>
              <a:srgbClr val="C48A56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7277100"/>
            <a:ext cx="114300" cy="295275"/>
          </a:xfrm>
          <a:prstGeom prst="roundRect">
            <a:avLst>
              <a:gd name="adj" fmla="val 0"/>
            </a:avLst>
          </a:prstGeom>
          <a:solidFill>
            <a:srgbClr val="C48A56"/>
          </a:solidFill>
          <a:ln w="14288">
            <a:solidFill>
              <a:srgbClr val="C48A56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7153275"/>
            <a:ext cx="114300" cy="419100"/>
          </a:xfrm>
          <a:prstGeom prst="roundRect">
            <a:avLst>
              <a:gd name="adj" fmla="val 0"/>
            </a:avLst>
          </a:prstGeom>
          <a:solidFill>
            <a:srgbClr val="C48A56"/>
          </a:solidFill>
          <a:ln w="14288">
            <a:solidFill>
              <a:srgbClr val="C48A56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648450"/>
            <a:ext cx="2352675" cy="6096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 w="12700">
            <a:solidFill>
              <a:srgbClr val="7395B8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7818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 w="12700">
            <a:solidFill>
              <a:srgbClr val="7395B8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91475" y="494347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296150" y="5648325"/>
            <a:ext cx="26003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A56F4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A56F4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800" b="1">
              <a:solidFill>
                <a:srgbClr val="A56F4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A56F44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6391275"/>
            <a:ext cx="990600" cy="143827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solidFill>
            <a:srgbClr val="F0EDF6"/>
          </a:solidFill>
          <a:ln w="15240">
            <a:solidFill>
              <a:srgbClr val="9784B4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924675" y="6553200"/>
            <a:ext cx="7239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7553325"/>
            <a:ext cx="114300" cy="171450"/>
          </a:xfrm>
          <a:prstGeom prst="roundRect">
            <a:avLst>
              <a:gd name="adj" fmla="val 0"/>
            </a:avLst>
          </a:prstGeom>
          <a:solidFill>
            <a:srgbClr val="9784B4"/>
          </a:solidFill>
          <a:ln w="14288">
            <a:solidFill>
              <a:srgbClr val="9784B4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7429500"/>
            <a:ext cx="114300" cy="295275"/>
          </a:xfrm>
          <a:prstGeom prst="roundRect">
            <a:avLst>
              <a:gd name="adj" fmla="val 0"/>
            </a:avLst>
          </a:prstGeom>
          <a:solidFill>
            <a:srgbClr val="9784B4"/>
          </a:solidFill>
          <a:ln w="14288">
            <a:solidFill>
              <a:srgbClr val="9784B4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7305675"/>
            <a:ext cx="114300" cy="419100"/>
          </a:xfrm>
          <a:prstGeom prst="roundRect">
            <a:avLst>
              <a:gd name="adj" fmla="val 0"/>
            </a:avLst>
          </a:prstGeom>
          <a:solidFill>
            <a:srgbClr val="9784B4"/>
          </a:solidFill>
          <a:ln w="14288">
            <a:solidFill>
              <a:srgbClr val="9784B4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315325" y="6115050"/>
            <a:ext cx="1828800" cy="723900"/>
          </a:xfrm>
          <a:prstGeom prst="roundRect">
            <a:avLst>
              <a:gd name="adj" fmla="val 10000"/>
            </a:avLst>
          </a:prstGeom>
          <a:solidFill>
            <a:srgbClr val="FAEFEB"/>
          </a:solidFill>
          <a:ln w="12700">
            <a:solidFill>
              <a:srgbClr val="CA9B88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91525" y="6181725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500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blipFill rotWithShape="1">
                <a:blip r:embed="rId11"/>
                <a:stretch>
                  <a:fillRect r="-313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86800" y="6496050"/>
            <a:ext cx="14001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500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315325" y="7105650"/>
            <a:ext cx="1828800" cy="952500"/>
          </a:xfrm>
          <a:prstGeom prst="roundRect">
            <a:avLst>
              <a:gd name="adj" fmla="val 10000"/>
            </a:avLst>
          </a:prstGeom>
          <a:solidFill>
            <a:srgbClr val="FAEFEB"/>
          </a:solidFill>
          <a:ln w="12700">
            <a:solidFill>
              <a:srgbClr val="CA9B88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372475" y="7153275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</a:t>
            </a:r>
            <a:endParaRPr sz="1500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experts</a:t>
            </a:r>
            <a:endParaRPr sz="1500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86775" y="7667625"/>
                <a:ext cx="14859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775" y="7667625"/>
                <a:ext cx="1485900" cy="3524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819900"/>
            <a:ext cx="600075" cy="609600"/>
          </a:xfrm>
          <a:prstGeom prst="roundRect">
            <a:avLst>
              <a:gd name="adj" fmla="val 10000"/>
            </a:avLst>
          </a:prstGeom>
          <a:solidFill>
            <a:srgbClr val="FAEFEB"/>
          </a:solidFill>
          <a:ln w="12700">
            <a:solidFill>
              <a:srgbClr val="CA9B88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791325" y="8058150"/>
            <a:ext cx="4286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500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619125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3344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23344A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r="-42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2001500" y="6648450"/>
            <a:ext cx="1524000" cy="609600"/>
          </a:xfrm>
          <a:prstGeom prst="roundRect">
            <a:avLst>
              <a:gd name="adj" fmla="val 10000"/>
            </a:avLst>
          </a:prstGeom>
          <a:solidFill>
            <a:srgbClr val="EDF0F3"/>
          </a:solidFill>
          <a:ln w="12700">
            <a:solidFill>
              <a:srgbClr val="98A8B7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2020550" y="679132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4A6B8C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744700" y="6648450"/>
            <a:ext cx="1771650" cy="609600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 w="12700">
            <a:solidFill>
              <a:srgbClr val="7395B8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773275" y="67913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</a:t>
            </a:r>
            <a:r>
              <a:rPr lang="en-US"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lang="en-US"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478250" y="6524625"/>
                <a:ext cx="781050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4A6B8C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8250" y="6524625"/>
                <a:ext cx="781050" cy="38100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630400" y="6667500"/>
            <a:ext cx="9525" cy="11049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98A8B7"/>
            </a:solidFill>
            <a:prstDash val="dash"/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3449300" y="6248400"/>
            <a:ext cx="13716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725" b="0">
              <a:solidFill>
                <a:srgbClr val="4A6B8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773275" y="7486650"/>
            <a:ext cx="1714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4A6B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725" b="0">
              <a:solidFill>
                <a:srgbClr val="4A6B8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1" name="History descriptor connection"/>
          <p:cNvSpPr>
            <a:spLocks noGrp="1"/>
          </p:cNvSpPr>
          <p:nvPr/>
        </p:nvSpPr>
        <p:spPr>
          <a:xfrm>
            <a:off x="1404938" y="3581400"/>
            <a:ext cx="1062038" cy="285750"/>
          </a:xfrm>
          <a:custGeom>
            <a:avLst/>
            <a:gdLst/>
            <a:ahLst/>
            <a:cxnLst/>
            <a:pathLst>
              <a:path w="1062038" h="285750">
                <a:moveTo>
                  <a:pt x="0" y="0"/>
                </a:moveTo>
                <a:lnTo>
                  <a:pt x="0" y="285750"/>
                </a:lnTo>
                <a:lnTo>
                  <a:pt x="1062038" y="285750"/>
                </a:lnTo>
              </a:path>
            </a:pathLst>
          </a:custGeom>
          <a:noFill/>
          <a:ln w="17145">
            <a:solidFill>
              <a:srgbClr val="8A9BAD"/>
            </a:solidFill>
          </a:ln>
        </p:spPr>
      </p:sp>
      <p:sp>
        <p:nvSpPr>
          <p:cNvPr id="2002" name="Feature concatenation"/>
          <p:cNvSpPr>
            <a:spLocks noGrp="1"/>
          </p:cNvSpPr>
          <p:nvPr/>
        </p:nvSpPr>
        <p:spPr>
          <a:xfrm>
            <a:off x="12704445" y="3075940"/>
            <a:ext cx="2276475" cy="486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725" b="1">
                <a:solidFill>
                  <a:srgbClr val="23344A"/>
                </a:solidFill>
                <a:sym typeface="+mn-ea"/>
              </a:rPr>
              <a:t>Fusion G</a:t>
            </a:r>
            <a:r>
              <a:rPr sz="1725" b="1">
                <a:solidFill>
                  <a:srgbClr val="23344A"/>
                </a:solidFill>
                <a:sym typeface="+mn-ea"/>
              </a:rPr>
              <a:t>ate</a:t>
            </a:r>
            <a:endParaRPr sz="1725" b="1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3" name="Numerical addition"/>
          <p:cNvSpPr>
            <a:spLocks noGrp="1"/>
          </p:cNvSpPr>
          <p:nvPr/>
        </p:nvSpPr>
        <p:spPr>
          <a:xfrm>
            <a:off x="11772900" y="60007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2334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Numerical addition</a:t>
            </a:r>
            <a:endParaRPr sz="1725" b="0">
              <a:solidFill>
                <a:srgbClr val="2334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WPS 演示</Application>
  <PresentationFormat>Converted Presentation</PresentationFormat>
  <Paragraphs>108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7</cp:revision>
  <dcterms:created xsi:type="dcterms:W3CDTF">2026-09-15T09:12:00Z</dcterms:created>
  <dcterms:modified xsi:type="dcterms:W3CDTF">2026-09-25T08:43:07Z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