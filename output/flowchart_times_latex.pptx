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2296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114300" y="1333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33337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55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906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Global routing and physical-space assembly</a:t>
            </a:r>
            <a:endParaRPr sz="255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regime routing and specialist assembly</a:t>
            </a:r>
            <a:endParaRPr sz="1950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55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23925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regime-local specialist (e.g., Hopf specialist)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 sparse expert routing inside a specialist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467350"/>
            <a:ext cx="4600575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2466975" y="2714625"/>
            <a:ext cx="685800" cy="485775"/>
          </a:xfrm>
          <a:custGeom>
            <a:avLst/>
            <a:gdLst/>
            <a:ahLst/>
            <a:cxnLst/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3038475" y="2667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6" name="任意多边形 15"/>
          <p:cNvSpPr>
            <a:spLocks noGrp="1"/>
          </p:cNvSpPr>
          <p:nvPr/>
        </p:nvSpPr>
        <p:spPr>
          <a:xfrm>
            <a:off x="6677025" y="1524000"/>
            <a:ext cx="561975" cy="781050"/>
          </a:xfrm>
          <a:custGeom>
            <a:avLst/>
            <a:gdLst/>
            <a:ahLst/>
            <a:cxnLst/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7" name="任意多边形 16"/>
          <p:cNvSpPr>
            <a:spLocks noGrp="1"/>
          </p:cNvSpPr>
          <p:nvPr/>
        </p:nvSpPr>
        <p:spPr>
          <a:xfrm>
            <a:off x="7119918" y="1501446"/>
            <a:ext cx="119082" cy="94598"/>
          </a:xfrm>
          <a:custGeom>
            <a:avLst/>
            <a:gdLst/>
            <a:ahLst/>
            <a:cxnLst/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353425" y="1333500"/>
            <a:ext cx="1476375" cy="9525"/>
          </a:xfrm>
          <a:custGeom>
            <a:avLst/>
            <a:gdLst/>
            <a:ahLst/>
            <a:cxnLst/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15500" y="12858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87250" y="1323975"/>
            <a:ext cx="3657600" cy="552450"/>
          </a:xfrm>
          <a:custGeom>
            <a:avLst/>
            <a:gdLst/>
            <a:ahLst/>
            <a:cxnLst/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6212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57625"/>
            <a:ext cx="7362825" cy="9525"/>
          </a:xfrm>
          <a:custGeom>
            <a:avLst/>
            <a:gdLst/>
            <a:ahLst/>
            <a:cxnLst/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15438" y="3810148"/>
            <a:ext cx="114362" cy="95250"/>
          </a:xfrm>
          <a:custGeom>
            <a:avLst/>
            <a:gdLst/>
            <a:ahLst/>
            <a:cxnLst/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5962650" y="2733675"/>
            <a:ext cx="9525" cy="1123950"/>
          </a:xfrm>
          <a:custGeom>
            <a:avLst/>
            <a:gdLst/>
            <a:ahLst/>
            <a:cxnLst/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5915025" y="2733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66950"/>
            <a:ext cx="1114425" cy="342900"/>
          </a:xfrm>
          <a:custGeom>
            <a:avLst/>
            <a:gdLst/>
            <a:ahLst/>
            <a:cxnLst/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71550"/>
          </a:xfrm>
          <a:custGeom>
            <a:avLst/>
            <a:gdLst/>
            <a:ahLst/>
            <a:cxnLst/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296025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296025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171575"/>
          </a:xfrm>
          <a:custGeom>
            <a:avLst/>
            <a:gdLst/>
            <a:ahLst/>
            <a:cxnLst/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296025"/>
            <a:ext cx="476250" cy="333375"/>
          </a:xfrm>
          <a:custGeom>
            <a:avLst/>
            <a:gdLst/>
            <a:ahLst/>
            <a:cxnLst/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65817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590550"/>
          </a:xfrm>
          <a:custGeom>
            <a:avLst/>
            <a:gdLst/>
            <a:ahLst/>
            <a:cxnLst/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560070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143625"/>
            <a:ext cx="466725" cy="276225"/>
          </a:xfrm>
          <a:custGeom>
            <a:avLst/>
            <a:gdLst/>
            <a:ahLst/>
            <a:cxnLst/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134350" y="6096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6619875"/>
            <a:ext cx="466725" cy="323850"/>
          </a:xfrm>
          <a:custGeom>
            <a:avLst/>
            <a:gdLst/>
            <a:ahLst/>
            <a:cxnLst/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134350" y="68961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9982200" y="6143625"/>
            <a:ext cx="447675" cy="342900"/>
          </a:xfrm>
          <a:custGeom>
            <a:avLst/>
            <a:gdLst/>
            <a:ahLst/>
            <a:cxnLst/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4389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9982200" y="6686550"/>
            <a:ext cx="447675" cy="257175"/>
          </a:xfrm>
          <a:custGeom>
            <a:avLst/>
            <a:gdLst/>
            <a:ahLst/>
            <a:cxnLst/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6638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162675"/>
            <a:ext cx="457200" cy="428625"/>
          </a:xfrm>
          <a:custGeom>
            <a:avLst/>
            <a:gdLst/>
            <a:ahLst/>
            <a:cxnLst/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162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487150" y="63055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300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468350" y="6305550"/>
            <a:ext cx="1028700" cy="9525"/>
          </a:xfrm>
          <a:custGeom>
            <a:avLst/>
            <a:gdLst/>
            <a:ahLst/>
            <a:cxnLst/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3827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221075" y="6305550"/>
            <a:ext cx="847725" cy="9525"/>
          </a:xfrm>
          <a:custGeom>
            <a:avLst/>
            <a:gdLst/>
            <a:ahLst/>
            <a:cxnLst/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695450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32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 t="-8125" b="-8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3270"/>
          </a:xfrm>
          <a:prstGeom prst="roundRect">
            <a:avLst>
              <a:gd name="adj" fmla="val 5143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390525" y="2933700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5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2019300" y="2847975"/>
                <a:ext cx="36195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7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2847975"/>
                <a:ext cx="361950" cy="304800"/>
              </a:xfrm>
              <a:prstGeom prst="rect">
                <a:avLst/>
              </a:prstGeom>
              <a:blipFill rotWithShape="1">
                <a:blip r:embed="rId2"/>
                <a:stretch>
                  <a:fillRect t="-1875" r="-15614" b="-20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950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95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950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238750" y="1981200"/>
            <a:ext cx="1438275" cy="733425"/>
          </a:xfrm>
          <a:prstGeom prst="roundRect">
            <a:avLst>
              <a:gd name="adj" fmla="val 11688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Masked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7248525" y="9906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391400" y="1238250"/>
            <a:ext cx="107632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Top-2?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63000" y="103822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39125" y="242887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(adjacent)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67900" y="666750"/>
            <a:ext cx="24288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29800" y="1028700"/>
            <a:ext cx="24574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4288">
            <a:solidFill>
              <a:srgbClr val="FF7F29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0191750" y="1133475"/>
            <a:ext cx="12096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r"/>
              <p:cNvSpPr>
                <a:spLocks noGrp="1"/>
              </p:cNvSpPr>
              <p:nvPr/>
            </p:nvSpPr>
            <p:spPr>
              <a:xfrm>
                <a:off x="11391900" y="1133475"/>
                <a:ext cx="333375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7" name="矩形 86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00" y="1133475"/>
                <a:ext cx="333375" cy="371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885950"/>
            <a:ext cx="2705100" cy="149542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1990725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191750" y="2105025"/>
            <a:ext cx="12096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r"/>
              <p:cNvSpPr>
                <a:spLocks noGrp="1"/>
              </p:cNvSpPr>
              <p:nvPr/>
            </p:nvSpPr>
            <p:spPr>
              <a:xfrm>
                <a:off x="11391900" y="2105025"/>
                <a:ext cx="33337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00" y="2105025"/>
                <a:ext cx="33337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4288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191750" y="2819400"/>
            <a:ext cx="12096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s"/>
              <p:cNvSpPr>
                <a:spLocks noGrp="1"/>
              </p:cNvSpPr>
              <p:nvPr/>
            </p:nvSpPr>
            <p:spPr>
              <a:xfrm>
                <a:off x="11391900" y="2819400"/>
                <a:ext cx="33337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00" y="2819400"/>
                <a:ext cx="33337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29800" y="3562350"/>
            <a:ext cx="2466975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191750" y="3648075"/>
            <a:ext cx="1219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9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382375" y="3629025"/>
                <a:ext cx="457200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3629025"/>
                <a:ext cx="457200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37740" y="1981200"/>
            <a:ext cx="2095500" cy="1000125"/>
          </a:xfrm>
          <a:prstGeom prst="roundRect">
            <a:avLst>
              <a:gd name="adj" fmla="val 4688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49500" y="19621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286000"/>
                <a:ext cx="1562100" cy="438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4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286000"/>
                <a:ext cx="1562100" cy="4381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143625"/>
            <a:ext cx="1647825" cy="533400"/>
          </a:xfrm>
          <a:prstGeom prst="roundRect">
            <a:avLst>
              <a:gd name="adj" fmla="val 6081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409575" y="6305550"/>
            <a:ext cx="11906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3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1588135" y="6257925"/>
                <a:ext cx="36195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7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135" y="6257925"/>
                <a:ext cx="361950" cy="304800"/>
              </a:xfrm>
              <a:prstGeom prst="rect">
                <a:avLst/>
              </a:prstGeom>
              <a:blipFill rotWithShape="1">
                <a:blip r:embed="rId2"/>
                <a:stretch>
                  <a:fillRect t="-1875" r="-15614" b="-20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560070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589597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17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684847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672465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660082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002020"/>
            <a:ext cx="2352675" cy="532130"/>
          </a:xfrm>
          <a:prstGeom prst="roundRect">
            <a:avLst>
              <a:gd name="adj" fmla="val 7895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048375"/>
            <a:ext cx="2085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72425" y="4943475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63125" y="4895850"/>
                <a:ext cx="571500" cy="4476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02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3125" y="4895850"/>
                <a:ext cx="571500" cy="4476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353300" y="549592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75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752965" y="5467350"/>
                <a:ext cx="66675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025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965" y="5467350"/>
                <a:ext cx="666750" cy="3714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5962650"/>
            <a:ext cx="990600" cy="122872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105525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688657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676275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663892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258175" y="5848350"/>
            <a:ext cx="1724025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53425" y="5886450"/>
            <a:ext cx="1533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62950" y="6134100"/>
                <a:ext cx="304800" cy="2667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6134100"/>
                <a:ext cx="304800" cy="266700"/>
              </a:xfrm>
              <a:prstGeom prst="rect">
                <a:avLst/>
              </a:prstGeom>
              <a:blipFill rotWithShape="1">
                <a:blip r:embed="rId11"/>
                <a:stretch>
                  <a:fillRect t="-1905" r="-6458" b="-23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67750" y="6143625"/>
            <a:ext cx="12477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4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258175" y="65341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05800" y="6572250"/>
            <a:ext cx="16287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 experts</a:t>
            </a:r>
            <a:endParaRPr sz="14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20100" y="6829425"/>
                <a:ext cx="1381125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100" y="6829425"/>
                <a:ext cx="1381125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305550"/>
            <a:ext cx="600075" cy="542925"/>
          </a:xfrm>
          <a:prstGeom prst="roundRect">
            <a:avLst>
              <a:gd name="adj" fmla="val 15789"/>
            </a:avLst>
          </a:prstGeom>
          <a:solidFill>
            <a:srgbClr val="FFE9E3"/>
          </a:solidFill>
          <a:ln w="14288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025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867525" y="7324725"/>
            <a:ext cx="41243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6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571500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5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t="-2222" r="-11481" b="-239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1944350" y="6000750"/>
            <a:ext cx="1524000" cy="619125"/>
          </a:xfrm>
          <a:prstGeom prst="roundRect">
            <a:avLst>
              <a:gd name="adj" fmla="val 13846"/>
            </a:avLst>
          </a:prstGeom>
          <a:solidFill>
            <a:srgbClr val="E1E8EE"/>
          </a:solidFill>
          <a:ln w="14288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011025" y="6134100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6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1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blipFill rotWithShape="1">
                <a:blip r:embed="rId15"/>
                <a:stretch>
                  <a:fillRect r="-95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497050" y="59626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582775" y="6134100"/>
            <a:ext cx="15525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Pressure-Possible</a:t>
            </a:r>
            <a:endParaRPr sz="165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1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blipFill rotWithShape="1">
                <a:blip r:embed="rId16"/>
                <a:stretch>
                  <a:fillRect r="-57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268450" y="5457825"/>
            <a:ext cx="9525" cy="17907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1982450" y="6791325"/>
            <a:ext cx="157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611350" y="6791325"/>
            <a:ext cx="1590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WPS 演示</Application>
  <PresentationFormat>Converted Presentation</PresentationFormat>
  <Paragraphs>107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1</cp:revision>
  <dcterms:created xsi:type="dcterms:W3CDTF">2026-09-15T09:12:00Z</dcterms:created>
  <dcterms:modified xsi:type="dcterms:W3CDTF">2026-09-15T09:12:00Z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