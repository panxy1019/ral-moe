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9154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47625" y="2095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42100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lang="en-US"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usion</a:t>
            </a:r>
            <a:endParaRPr lang="en-US"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and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egime-local specialist 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parse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xpert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outing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nside a </a:t>
            </a:r>
            <a:r>
              <a:rPr lang="en-US"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562600"/>
            <a:ext cx="4600575" cy="28384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14575"/>
            <a:ext cx="1562100" cy="9525"/>
          </a:xfrm>
          <a:custGeom>
            <a:avLst/>
            <a:gdLst/>
            <a:ahLst/>
            <a:cxnLst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6181725" y="22669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7686675" y="1581150"/>
            <a:ext cx="2171700" cy="723900"/>
          </a:xfrm>
          <a:custGeom>
            <a:avLst/>
            <a:gdLst/>
            <a:ahLst/>
            <a:cxnLst/>
            <a:pathLst>
              <a:path w="2171700" h="723900">
                <a:moveTo>
                  <a:pt x="0" y="723900"/>
                </a:moveTo>
                <a:lnTo>
                  <a:pt x="504825" y="723900"/>
                </a:lnTo>
                <a:lnTo>
                  <a:pt x="504825" y="0"/>
                </a:lnTo>
                <a:lnTo>
                  <a:pt x="2171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686675" y="2305050"/>
            <a:ext cx="2171700" cy="704850"/>
          </a:xfrm>
          <a:custGeom>
            <a:avLst/>
            <a:gdLst/>
            <a:ahLst/>
            <a:cxnLst/>
            <a:pathLst>
              <a:path w="2171700" h="704850">
                <a:moveTo>
                  <a:pt x="0" y="0"/>
                </a:moveTo>
                <a:lnTo>
                  <a:pt x="504825" y="0"/>
                </a:lnTo>
                <a:lnTo>
                  <a:pt x="504825" y="704850"/>
                </a:lnTo>
                <a:lnTo>
                  <a:pt x="2171700" y="704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744075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38399"/>
          </a:solidFill>
          <a:ln w="0">
            <a:solidFill>
              <a:srgbClr val="638399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953250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953250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828800"/>
          </a:xfrm>
          <a:custGeom>
            <a:avLst/>
            <a:gdLst/>
            <a:ahLst/>
            <a:cxnLst/>
            <a:pathLst>
              <a:path w="1419225" h="1828800">
                <a:moveTo>
                  <a:pt x="0" y="1828800"/>
                </a:moveTo>
                <a:lnTo>
                  <a:pt x="209550" y="1828800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953250"/>
            <a:ext cx="476250" cy="152400"/>
          </a:xfrm>
          <a:custGeom>
            <a:avLst/>
            <a:gdLst/>
            <a:ahLst/>
            <a:cxnLst/>
            <a:pathLst>
              <a:path w="476250" h="152400">
                <a:moveTo>
                  <a:pt x="0" y="0"/>
                </a:moveTo>
                <a:lnTo>
                  <a:pt x="0" y="152400"/>
                </a:lnTo>
                <a:lnTo>
                  <a:pt x="476250" y="1524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70580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1066800"/>
          </a:xfrm>
          <a:custGeom>
            <a:avLst/>
            <a:gdLst/>
            <a:ahLst/>
            <a:cxnLst/>
            <a:pathLst>
              <a:path w="752475" h="1066800">
                <a:moveTo>
                  <a:pt x="0" y="0"/>
                </a:moveTo>
                <a:lnTo>
                  <a:pt x="752475" y="0"/>
                </a:lnTo>
                <a:lnTo>
                  <a:pt x="752475" y="1066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60769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477000"/>
            <a:ext cx="533400" cy="285750"/>
          </a:xfrm>
          <a:custGeom>
            <a:avLst/>
            <a:gdLst/>
            <a:ahLst/>
            <a:cxnLst/>
            <a:pathLst>
              <a:path w="533400" h="285750">
                <a:moveTo>
                  <a:pt x="0" y="285750"/>
                </a:moveTo>
                <a:lnTo>
                  <a:pt x="257175" y="285750"/>
                </a:lnTo>
                <a:lnTo>
                  <a:pt x="257175" y="0"/>
                </a:lnTo>
                <a:lnTo>
                  <a:pt x="5334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201025" y="64293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7172325"/>
            <a:ext cx="533400" cy="428625"/>
          </a:xfrm>
          <a:custGeom>
            <a:avLst/>
            <a:gdLst/>
            <a:ahLst/>
            <a:cxnLst/>
            <a:pathLst>
              <a:path w="533400" h="428625">
                <a:moveTo>
                  <a:pt x="0" y="0"/>
                </a:moveTo>
                <a:lnTo>
                  <a:pt x="257175" y="0"/>
                </a:lnTo>
                <a:lnTo>
                  <a:pt x="257175" y="428625"/>
                </a:lnTo>
                <a:lnTo>
                  <a:pt x="533400" y="4286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201025" y="75533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0144125" y="6477000"/>
            <a:ext cx="285750" cy="542925"/>
          </a:xfrm>
          <a:custGeom>
            <a:avLst/>
            <a:gdLst/>
            <a:ahLst/>
            <a:cxnLst/>
            <a:pathLst>
              <a:path w="285750" h="542925">
                <a:moveTo>
                  <a:pt x="0" y="0"/>
                </a:moveTo>
                <a:lnTo>
                  <a:pt x="142875" y="0"/>
                </a:lnTo>
                <a:lnTo>
                  <a:pt x="142875" y="542925"/>
                </a:lnTo>
                <a:lnTo>
                  <a:pt x="285750" y="5429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9723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10144125" y="7229475"/>
            <a:ext cx="285750" cy="371475"/>
          </a:xfrm>
          <a:custGeom>
            <a:avLst/>
            <a:gdLst/>
            <a:ahLst/>
            <a:cxnLst/>
            <a:pathLst>
              <a:path w="285750" h="371475">
                <a:moveTo>
                  <a:pt x="0" y="371475"/>
                </a:moveTo>
                <a:lnTo>
                  <a:pt x="142875" y="371475"/>
                </a:lnTo>
                <a:lnTo>
                  <a:pt x="142875" y="0"/>
                </a:lnTo>
                <a:lnTo>
                  <a:pt x="2857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71818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619875"/>
            <a:ext cx="457200" cy="504825"/>
          </a:xfrm>
          <a:custGeom>
            <a:avLst/>
            <a:gdLst/>
            <a:ahLst/>
            <a:cxnLst/>
            <a:pathLst>
              <a:path w="457200" h="504825">
                <a:moveTo>
                  <a:pt x="0" y="504825"/>
                </a:moveTo>
                <a:lnTo>
                  <a:pt x="457200" y="5048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6198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696700" y="6400800"/>
            <a:ext cx="304800" cy="552450"/>
          </a:xfrm>
          <a:custGeom>
            <a:avLst/>
            <a:gdLst/>
            <a:ahLst/>
            <a:cxnLst/>
            <a:pathLst>
              <a:path w="304800" h="552450">
                <a:moveTo>
                  <a:pt x="0" y="0"/>
                </a:moveTo>
                <a:lnTo>
                  <a:pt x="142875" y="0"/>
                </a:lnTo>
                <a:lnTo>
                  <a:pt x="142875" y="552450"/>
                </a:lnTo>
                <a:lnTo>
                  <a:pt x="304800" y="55245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681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525500" y="69532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6113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516350" y="6953250"/>
            <a:ext cx="666750" cy="9525"/>
          </a:xfrm>
          <a:custGeom>
            <a:avLst/>
            <a:gdLst/>
            <a:ahLst/>
            <a:cxnLst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70497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71488" y="2847975"/>
            <a:ext cx="18669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87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87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6296025" y="17145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6440170" y="1793875"/>
            <a:ext cx="1076325" cy="12331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>
                <a:sym typeface="+mn-ea"/>
              </a:rPr>
              <a:t>S</a:t>
            </a:r>
            <a:r>
              <a:rPr>
                <a:sym typeface="+mn-ea"/>
              </a:rPr>
              <a:t>pecialist</a:t>
            </a:r>
            <a:endParaRPr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preferences</a:t>
            </a:r>
            <a:endParaRPr lang="en-US" altLang="zh-CN"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168640" y="253301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T2-C</a:t>
            </a:r>
            <a:endParaRPr lang="en-US" altLang="zh-CN"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2700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00025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2700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572250"/>
            <a:ext cx="164782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242888" y="6600825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615315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09813" y="6448425"/>
            <a:ext cx="12192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740092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727710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715327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648450"/>
            <a:ext cx="235267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7818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296150" y="5648325"/>
            <a:ext cx="26003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95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6391275"/>
            <a:ext cx="990600" cy="143827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848475" y="6553200"/>
            <a:ext cx="8763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755332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742950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730567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315325" y="6115050"/>
            <a:ext cx="1828800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91525" y="6181725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blipFill rotWithShape="1">
                <a:blip r:embed="rId11"/>
                <a:stretch>
                  <a:fillRect r="-313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39175" y="6496050"/>
            <a:ext cx="14954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315325" y="7105650"/>
            <a:ext cx="1828800" cy="952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72475" y="7153275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7667625"/>
                <a:ext cx="1485900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819900"/>
            <a:ext cx="600075" cy="609600"/>
          </a:xfrm>
          <a:prstGeom prst="roundRect">
            <a:avLst>
              <a:gd name="adj" fmla="val 10000"/>
            </a:avLst>
          </a:prstGeom>
          <a:solidFill>
            <a:srgbClr val="FFE9E3"/>
          </a:solidFill>
          <a:ln w="12700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696075" y="8058150"/>
            <a:ext cx="4476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619125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2001500" y="66484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1E8EE"/>
          </a:solidFill>
          <a:ln w="12700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1925300" y="6791325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744700" y="6648450"/>
            <a:ext cx="1771650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678025" y="67913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</a:t>
            </a:r>
            <a:r>
              <a:rPr lang="en-US" sz="18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lang="en-US" sz="18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8250" y="6524625"/>
                <a:ext cx="781050" cy="38100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630400" y="6667500"/>
            <a:ext cx="9525" cy="11049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  <a:prstDash val="dash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3277850" y="6248400"/>
            <a:ext cx="1714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773275" y="7486650"/>
            <a:ext cx="1714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002" name="Feature concatenation"/>
          <p:cNvSpPr>
            <a:spLocks noGrp="1"/>
          </p:cNvSpPr>
          <p:nvPr/>
        </p:nvSpPr>
        <p:spPr>
          <a:xfrm>
            <a:off x="12704445" y="3075940"/>
            <a:ext cx="2276475" cy="4864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10163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875" b="1">
                <a:solidFill>
                  <a:srgbClr val="101638"/>
                </a:solidFill>
                <a:sym typeface="+mn-ea"/>
              </a:rPr>
              <a:t>Fusion G</a:t>
            </a:r>
            <a:r>
              <a:rPr sz="1875" b="1">
                <a:solidFill>
                  <a:srgbClr val="101638"/>
                </a:solidFill>
                <a:sym typeface="+mn-ea"/>
              </a:rPr>
              <a:t>ate</a:t>
            </a:r>
            <a:endParaRPr sz="1875" b="1">
              <a:solidFill>
                <a:srgbClr val="10163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3" name="Numerical addition"/>
          <p:cNvSpPr>
            <a:spLocks noGrp="1"/>
          </p:cNvSpPr>
          <p:nvPr/>
        </p:nvSpPr>
        <p:spPr>
          <a:xfrm>
            <a:off x="11601450" y="6000750"/>
            <a:ext cx="21526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Numerical addition</a:t>
            </a:r>
            <a:endParaRPr sz="187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7</cp:revision>
  <dcterms:created xsi:type="dcterms:W3CDTF">2026-09-15T09:12:00Z</dcterms:created>
  <dcterms:modified xsi:type="dcterms:W3CDTF">2026-09-25T08:43:07Z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