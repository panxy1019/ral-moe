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303dcbb6a84ebc" /><Relationship Type="http://schemas.openxmlformats.org/officeDocument/2006/relationships/extended-properties" Target="/docProps/app.xml" Id="R44a0ae694cb245d8" /><Relationship Type="http://schemas.openxmlformats.org/officeDocument/2006/relationships/officeDocument" Target="/ppt/presentation.xml" Id="R7467f3b3f470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619204be64904"/>
  </p:sldMasterIdLst>
  <p:notesMasterIdLst>
    <p:notesMasterId xmlns:r="http://schemas.openxmlformats.org/officeDocument/2006/relationships" r:id="Rd25da6f6c92d4d10"/>
  </p:notesMasterIdLst>
  <p:sldIdLst>
    <p:sldId xmlns:r="http://schemas.openxmlformats.org/officeDocument/2006/relationships" id="256" r:id="Rd9fb2cfc470f4fb6"/>
  </p:sldIdLst>
  <p:sldSz cx="17345025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928684bdea4198" /><Relationship Type="http://schemas.openxmlformats.org/officeDocument/2006/relationships/slideMaster" Target="/ppt/slideMasters/slideMaster1.xml" Id="Rf11619204be64904" /><Relationship Type="http://schemas.openxmlformats.org/officeDocument/2006/relationships/notesMaster" Target="/ppt/notesMasters/notesMaster1.xml" Id="Rd25da6f6c92d4d10" /><Relationship Type="http://schemas.openxmlformats.org/officeDocument/2006/relationships/presProps" Target="/ppt/presProps.xml" Id="R1af273e862df4833" /><Relationship Type="http://schemas.openxmlformats.org/officeDocument/2006/relationships/tableStyles" Target="/ppt/tableStyles.xml" Id="Ree3ec785de7a4e25" /><Relationship Type="http://schemas.openxmlformats.org/officeDocument/2006/relationships/slide" Target="/ppt/slides/slide1.xml" Id="Rd9fb2cfc470f4f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27f7e6ea6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db57e4467496c" /><Relationship Type="http://schemas.openxmlformats.org/officeDocument/2006/relationships/notesMaster" Target="/ppt/notesMasters/notesMaster1.xml" Id="R78ffbca8befd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363b27aeb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28d330eee6493c" /><Relationship Type="http://schemas.openxmlformats.org/officeDocument/2006/relationships/slideLayout" Target="/ppt/slideLayouts/slideLayout1.xml" Id="R69f2ea6681db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f2ea6681db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8fd2f83cf4fba" /><Relationship Type="http://schemas.openxmlformats.org/officeDocument/2006/relationships/image" Target="/ppt/media/image.png" Id="R469c6978daf7443c" /><Relationship Type="http://schemas.openxmlformats.org/officeDocument/2006/relationships/notesSlide" Target="/ppt/notesSlides/notesSlide1.xml" Id="R91ee9da3e45449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6978daf7443c"/>
          <a:stretch xmlns:a="http://schemas.openxmlformats.org/drawingml/2006/main"/>
        </p:blipFill>
        <p:spPr>
          <a:xfrm xmlns:a="http://schemas.openxmlformats.org/drawingml/2006/main">
            <a:off x="0" y="0"/>
            <a:ext cx="17345025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58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2026-09-15T08:58:56.5180000Z</dcterms:created>
  <dcterms:modified xsi:type="dcterms:W3CDTF">2026-09-15T08:58:56.5180000Z</dcterms:modified>
</coreProperties>
</file>