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4b90ee71184724" /><Relationship Type="http://schemas.openxmlformats.org/officeDocument/2006/relationships/extended-properties" Target="/docProps/app.xml" Id="R193647ffe6374974" /><Relationship Type="http://schemas.openxmlformats.org/officeDocument/2006/relationships/officeDocument" Target="/ppt/presentation.xml" Id="R11d67908362448a6" /></Relationships>
</file>

<file path=ppt/presentation.xml><?xml version="1.0" encoding="utf-8"?>
<p:presentation xmlns:p="http://schemas.openxmlformats.org/presentationml/2006/main">
  <p:sldMasterIdLst>
    <p:sldMasterId xmlns:r="http://schemas.openxmlformats.org/officeDocument/2006/relationships" id="2147483648" r:id="R362fe1f30a06459b"/>
  </p:sldMasterIdLst>
  <p:notesMasterIdLst>
    <p:notesMasterId xmlns:r="http://schemas.openxmlformats.org/officeDocument/2006/relationships" r:id="R07afe6c6173a4aab"/>
  </p:notesMasterIdLst>
  <p:sldIdLst>
    <p:sldId xmlns:r="http://schemas.openxmlformats.org/officeDocument/2006/relationships" id="256" r:id="Rb725ad37e4214964"/>
  </p:sldIdLst>
  <p:sldSz cx="15925800" cy="896302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72d256ac88470f" /><Relationship Type="http://schemas.openxmlformats.org/officeDocument/2006/relationships/slideMaster" Target="/ppt/slideMasters/slideMaster1.xml" Id="R362fe1f30a06459b" /><Relationship Type="http://schemas.openxmlformats.org/officeDocument/2006/relationships/notesMaster" Target="/ppt/notesMasters/notesMaster1.xml" Id="R07afe6c6173a4aab" /><Relationship Type="http://schemas.openxmlformats.org/officeDocument/2006/relationships/presProps" Target="/ppt/presProps.xml" Id="R883e278ac8df4e0a" /><Relationship Type="http://schemas.openxmlformats.org/officeDocument/2006/relationships/tableStyles" Target="/ppt/tableStyles.xml" Id="R15059129dc7b41af" /><Relationship Type="http://schemas.openxmlformats.org/officeDocument/2006/relationships/slide" Target="/ppt/slides/slide1.xml" Id="Rb725ad37e42149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45bfd9e51e41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d8439256ca4112" /><Relationship Type="http://schemas.openxmlformats.org/officeDocument/2006/relationships/notesMaster" Target="/ppt/notesMasters/notesMaster1.xml" Id="Re5bfc55352e947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C:/Users/PANXY1~1/AppData/Local/Temp/codex-clipboard-ff556869-1376-4d06-aa37-ef328edd6874.png. Faithful editable reconstruction of the user-provided figure. Text, panels, module outlines and arrow segments are native PowerPoint objects. Six flow thumbnails remain raster images with native, reversible cropping. Mathematical labels are editable text using Times New Roman and Cambria Math; exact typesetting may differ slightly from the source raster. All wording and connectivity follow the supplied image, not a new method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35b5944c9249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735306ddfd40f2" /><Relationship Type="http://schemas.openxmlformats.org/officeDocument/2006/relationships/slideLayout" Target="/ppt/slideLayouts/slideLayout1.xml" Id="Ra48d1ce712cf43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8d1ce712cf43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48a5acc687248ec" /><Relationship Type="http://schemas.openxmlformats.org/officeDocument/2006/relationships/image" Target="/ppt/media/image.png" Id="R3fd05dc80b71409a" /><Relationship Type="http://schemas.openxmlformats.org/officeDocument/2006/relationships/image" Target="/ppt/media/image2.png" Id="R4aa51044cf374aec" /><Relationship Type="http://schemas.openxmlformats.org/officeDocument/2006/relationships/image" Target="/ppt/media/image3.png" Id="R4e1ed08e5d18430f" /><Relationship Type="http://schemas.openxmlformats.org/officeDocument/2006/relationships/image" Target="/ppt/media/image4.png" Id="R58c02306904d4a60" /><Relationship Type="http://schemas.openxmlformats.org/officeDocument/2006/relationships/image" Target="/ppt/media/image5.png" Id="R1832140bdf14464e" /><Relationship Type="http://schemas.openxmlformats.org/officeDocument/2006/relationships/image" Target="/ppt/media/image6.png" Id="R2c6bdd7bd5fb4337" /><Relationship Type="http://schemas.openxmlformats.org/officeDocument/2006/relationships/notesSlide" Target="/ppt/notesSlides/notesSlide1.xml" Id="R2d9fe0262fdb45f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6" name="module-1">
            <a:extLst xmlns:a="http://schemas.openxmlformats.org/drawingml/2006/main">
              <a:ext uri="{FF2B5EF4-FFF2-40B4-BE49-F238E27FC236}">
                <a16:creationId xmlns:a16="http://schemas.microsoft.com/office/drawing/2014/main" id="{EF393F2D-9318-4254-86BE-D7270BC16001}"/>
              </a:ext>
            </a:extLst>
          </p:cNvPr>
          <p:cNvSpPr>
            <a:spLocks xmlns:a="http://schemas.openxmlformats.org/drawingml/2006/main" noGrp="1"/>
          </p:cNvSpPr>
          <p:nvPr/>
        </p:nvSpPr>
        <p:spPr>
          <a:xfrm xmlns:a="http://schemas.openxmlformats.org/drawingml/2006/main">
            <a:off x="57150" y="28575"/>
            <a:ext cx="15811500" cy="4819650"/>
          </a:xfrm>
          <a:prstGeom xmlns:a="http://schemas.openxmlformats.org/drawingml/2006/main" prst="roundRect">
            <a:avLst>
              <a:gd name="adj" fmla="val 5336"/>
            </a:avLst>
          </a:prstGeom>
          <a:solidFill xmlns:a="http://schemas.openxmlformats.org/drawingml/2006/main">
            <a:srgbClr val="FFFFFF"/>
          </a:solidFill>
          <a:ln xmlns:a="http://schemas.openxmlformats.org/drawingml/2006/main" w="11430">
            <a:solidFill>
              <a:srgbClr val="33B6FA"/>
            </a:solidFill>
            <a:prstDash val="dash"/>
          </a:ln>
        </p:spPr>
      </p:sp>
      <p:sp>
        <p:nvSpPr>
          <p:cNvPr id="2" name="module-2">
            <a:extLst xmlns:a="http://schemas.openxmlformats.org/drawingml/2006/main">
              <a:ext uri="{FF2B5EF4-FFF2-40B4-BE49-F238E27FC236}">
                <a16:creationId xmlns:a16="http://schemas.microsoft.com/office/drawing/2014/main" id="{DC90056E-AB1D-4DC6-BC34-DADA72B31D8A}"/>
              </a:ext>
            </a:extLst>
          </p:cNvPr>
          <p:cNvSpPr>
            <a:spLocks xmlns:a="http://schemas.openxmlformats.org/drawingml/2006/main" noGrp="1"/>
          </p:cNvSpPr>
          <p:nvPr/>
        </p:nvSpPr>
        <p:spPr>
          <a:xfrm xmlns:a="http://schemas.openxmlformats.org/drawingml/2006/main">
            <a:off x="57150" y="5086350"/>
            <a:ext cx="15811500" cy="3733800"/>
          </a:xfrm>
          <a:prstGeom xmlns:a="http://schemas.openxmlformats.org/drawingml/2006/main" prst="roundRect">
            <a:avLst>
              <a:gd name="adj" fmla="val 6888"/>
            </a:avLst>
          </a:prstGeom>
          <a:solidFill xmlns:a="http://schemas.openxmlformats.org/drawingml/2006/main">
            <a:srgbClr val="FFF7ED"/>
          </a:solidFill>
          <a:ln xmlns:a="http://schemas.openxmlformats.org/drawingml/2006/main" w="11430">
            <a:solidFill>
              <a:srgbClr val="FF9029"/>
            </a:solidFill>
            <a:prstDash val="dash"/>
          </a:ln>
        </p:spPr>
      </p:sp>
      <p:sp>
        <p:nvSpPr>
          <p:cNvPr id="3" name="module-3">
            <a:extLst xmlns:a="http://schemas.openxmlformats.org/drawingml/2006/main">
              <a:ext uri="{FF2B5EF4-FFF2-40B4-BE49-F238E27FC236}">
                <a16:creationId xmlns:a16="http://schemas.microsoft.com/office/drawing/2014/main" id="{25D273AB-81C6-4049-A341-D3F48C9A121B}"/>
              </a:ext>
            </a:extLst>
          </p:cNvPr>
          <p:cNvSpPr>
            <a:spLocks xmlns:a="http://schemas.openxmlformats.org/drawingml/2006/main" noGrp="1"/>
          </p:cNvSpPr>
          <p:nvPr/>
        </p:nvSpPr>
        <p:spPr>
          <a:xfrm xmlns:a="http://schemas.openxmlformats.org/drawingml/2006/main">
            <a:off x="238125" y="123825"/>
            <a:ext cx="10287000" cy="438150"/>
          </a:xfrm>
          <a:prstGeom xmlns:a="http://schemas.openxmlformats.org/drawingml/2006/main" prst="roundRect">
            <a:avLst>
              <a:gd name="adj" fmla="val 10870"/>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i="0">
                <a:solidFill>
                  <a:srgbClr val="080808"/>
                </a:solidFill>
                <a:latin typeface="Times New Roman"/>
                <a:ea typeface="Times New Roman"/>
                <a:cs typeface="Times New Roman"/>
              </a:defRPr>
            </a:pPr>
            <a:r>
              <a:rPr sz="2700" b="1" i="0">
                <a:solidFill>
                  <a:srgbClr val="080808"/>
                </a:solidFill>
                <a:latin typeface="Times New Roman"/>
                <a:ea typeface="Times New Roman"/>
                <a:cs typeface="Times New Roman"/>
              </a:rPr>
              <a:t>(a) Two-level RAL-MoE-ROM hierarchy</a:t>
            </a:r>
          </a:p>
        </p:txBody>
      </p:sp>
      <p:sp>
        <p:nvSpPr>
          <p:cNvPr id="4" name="module-4">
            <a:extLst xmlns:a="http://schemas.openxmlformats.org/drawingml/2006/main">
              <a:ext uri="{FF2B5EF4-FFF2-40B4-BE49-F238E27FC236}">
                <a16:creationId xmlns:a16="http://schemas.microsoft.com/office/drawing/2014/main" id="{47FE4C46-CDDE-4B79-8F60-34E92BCFE239}"/>
              </a:ext>
            </a:extLst>
          </p:cNvPr>
          <p:cNvSpPr>
            <a:spLocks xmlns:a="http://schemas.openxmlformats.org/drawingml/2006/main" noGrp="1"/>
          </p:cNvSpPr>
          <p:nvPr/>
        </p:nvSpPr>
        <p:spPr>
          <a:xfrm xmlns:a="http://schemas.openxmlformats.org/drawingml/2006/main">
            <a:off x="238125" y="5153025"/>
            <a:ext cx="9810750" cy="409575"/>
          </a:xfrm>
          <a:prstGeom xmlns:a="http://schemas.openxmlformats.org/drawingml/2006/main" prst="roundRect">
            <a:avLst>
              <a:gd name="adj" fmla="val 11628"/>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080808"/>
                </a:solidFill>
                <a:latin typeface="Times New Roman"/>
                <a:ea typeface="Times New Roman"/>
                <a:cs typeface="Times New Roman"/>
              </a:defRPr>
            </a:pPr>
            <a:r>
              <a:rPr sz="2475" b="1" i="0">
                <a:solidFill>
                  <a:srgbClr val="080808"/>
                </a:solidFill>
                <a:latin typeface="Times New Roman"/>
                <a:ea typeface="Times New Roman"/>
                <a:cs typeface="Times New Roman"/>
              </a:rPr>
              <a:t>(b) One regime-local specialist (e.g., Hopf specialist)</a:t>
            </a:r>
          </a:p>
        </p:txBody>
      </p:sp>
      <p:sp>
        <p:nvSpPr>
          <p:cNvPr id="5" name="module-5">
            <a:extLst xmlns:a="http://schemas.openxmlformats.org/drawingml/2006/main">
              <a:ext uri="{FF2B5EF4-FFF2-40B4-BE49-F238E27FC236}">
                <a16:creationId xmlns:a16="http://schemas.microsoft.com/office/drawing/2014/main" id="{3969CD02-B845-4EFB-AF86-1D7E01092B18}"/>
              </a:ext>
            </a:extLst>
          </p:cNvPr>
          <p:cNvSpPr>
            <a:spLocks xmlns:a="http://schemas.openxmlformats.org/drawingml/2006/main" noGrp="1"/>
          </p:cNvSpPr>
          <p:nvPr/>
        </p:nvSpPr>
        <p:spPr>
          <a:xfrm xmlns:a="http://schemas.openxmlformats.org/drawingml/2006/main">
            <a:off x="228600" y="1133475"/>
            <a:ext cx="1304925" cy="1133475"/>
          </a:xfrm>
          <a:prstGeom xmlns:a="http://schemas.openxmlformats.org/drawingml/2006/main" prst="roundRect">
            <a:avLst>
              <a:gd name="adj" fmla="val 5882"/>
            </a:avLst>
          </a:prstGeom>
          <a:gradFill xmlns:a="http://schemas.openxmlformats.org/drawingml/2006/main">
            <a:gsLst>
              <a:gs pos="0">
                <a:srgbClr val="F3EAFF"/>
              </a:gs>
              <a:gs pos="100000">
                <a:srgbClr val="E7D9FA"/>
              </a:gs>
            </a:gsLst>
            <a:lin ang="1500000"/>
          </a:gradFill>
          <a:ln xmlns:a="http://schemas.openxmlformats.org/drawingml/2006/main" w="11430">
            <a:solidFill>
              <a:srgbClr val="9548FF"/>
            </a:solidFill>
            <a:prstDash val="solid"/>
          </a:ln>
        </p:spPr>
      </p:sp>
      <p:sp>
        <p:nvSpPr>
          <p:cNvPr id="6" name="module-6">
            <a:extLst xmlns:a="http://schemas.openxmlformats.org/drawingml/2006/main">
              <a:ext uri="{FF2B5EF4-FFF2-40B4-BE49-F238E27FC236}">
                <a16:creationId xmlns:a16="http://schemas.microsoft.com/office/drawing/2014/main" id="{E2B82F35-4BD7-450D-9FD2-C703411B3F92}"/>
              </a:ext>
            </a:extLst>
          </p:cNvPr>
          <p:cNvSpPr>
            <a:spLocks xmlns:a="http://schemas.openxmlformats.org/drawingml/2006/main" noGrp="1"/>
          </p:cNvSpPr>
          <p:nvPr/>
        </p:nvSpPr>
        <p:spPr>
          <a:xfrm xmlns:a="http://schemas.openxmlformats.org/drawingml/2006/main">
            <a:off x="561975" y="1343025"/>
            <a:ext cx="590550" cy="371475"/>
          </a:xfrm>
          <a:prstGeom xmlns:a="http://schemas.openxmlformats.org/drawingml/2006/main" prst="roundRect">
            <a:avLst>
              <a:gd name="adj" fmla="val 12821"/>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925" b="1" i="1">
                <a:solidFill>
                  <a:srgbClr val="080808"/>
                </a:solidFill>
                <a:latin typeface="Cambria Math"/>
                <a:ea typeface="Cambria Math"/>
                <a:cs typeface="Cambria Math"/>
              </a:defRPr>
            </a:pPr>
            <a:r>
              <a:rPr sz="2925" b="1" i="1">
                <a:solidFill>
                  <a:srgbClr val="080808"/>
                </a:solidFill>
                <a:latin typeface="Cambria Math"/>
                <a:ea typeface="Cambria Math"/>
                <a:cs typeface="Cambria Math"/>
              </a:rPr>
              <a:t>μ</a:t>
            </a:r>
          </a:p>
        </p:txBody>
      </p:sp>
      <p:sp>
        <p:nvSpPr>
          <p:cNvPr id="7" name="module-7">
            <a:extLst xmlns:a="http://schemas.openxmlformats.org/drawingml/2006/main">
              <a:ext uri="{FF2B5EF4-FFF2-40B4-BE49-F238E27FC236}">
                <a16:creationId xmlns:a16="http://schemas.microsoft.com/office/drawing/2014/main" id="{A7839C83-2AD7-4938-8151-6DA762A2B2C6}"/>
              </a:ext>
            </a:extLst>
          </p:cNvPr>
          <p:cNvSpPr>
            <a:spLocks xmlns:a="http://schemas.openxmlformats.org/drawingml/2006/main" noGrp="1"/>
          </p:cNvSpPr>
          <p:nvPr/>
        </p:nvSpPr>
        <p:spPr>
          <a:xfrm xmlns:a="http://schemas.openxmlformats.org/drawingml/2006/main">
            <a:off x="295275" y="1695450"/>
            <a:ext cx="1162050" cy="438150"/>
          </a:xfrm>
          <a:prstGeom xmlns:a="http://schemas.openxmlformats.org/drawingml/2006/main" prst="roundRect">
            <a:avLst>
              <a:gd name="adj" fmla="val 10870"/>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i="0">
                <a:solidFill>
                  <a:srgbClr val="080808"/>
                </a:solidFill>
                <a:latin typeface="Times New Roman"/>
                <a:ea typeface="Times New Roman"/>
                <a:cs typeface="Times New Roman"/>
              </a:defRPr>
            </a:pPr>
            <a:r>
              <a:rPr sz="1650" b="0" i="0">
                <a:solidFill>
                  <a:srgbClr val="080808"/>
                </a:solidFill>
                <a:latin typeface="Times New Roman"/>
                <a:ea typeface="Times New Roman"/>
                <a:cs typeface="Times New Roman"/>
              </a:rPr>
              <a:t>(physical</a:t>
            </a:r>
          </a:p>
          <a:p xmlns:a="http://schemas.openxmlformats.org/drawingml/2006/main">
            <a:pPr algn="ctr">
              <a:defRPr sz="1650" b="0" i="0">
                <a:solidFill>
                  <a:srgbClr val="080808"/>
                </a:solidFill>
                <a:latin typeface="Times New Roman"/>
                <a:ea typeface="Times New Roman"/>
                <a:cs typeface="Times New Roman"/>
              </a:defRPr>
            </a:pPr>
            <a:r>
              <a:rPr sz="1650" b="0" i="0">
                <a:solidFill>
                  <a:srgbClr val="080808"/>
                </a:solidFill>
                <a:latin typeface="Times New Roman"/>
                <a:ea typeface="Times New Roman"/>
                <a:cs typeface="Times New Roman"/>
              </a:rPr>
              <a:t>parameter)</a:t>
            </a:r>
          </a:p>
        </p:txBody>
      </p:sp>
      <p:sp>
        <p:nvSpPr>
          <p:cNvPr id="8" name="Editable tapered module">
            <a:extLst xmlns:a="http://schemas.openxmlformats.org/drawingml/2006/main">
              <a:ext uri="{FF2B5EF4-FFF2-40B4-BE49-F238E27FC236}">
                <a16:creationId xmlns:a16="http://schemas.microsoft.com/office/drawing/2014/main" id="{A4FF591B-ADEF-480A-A553-3B7D5BF85F60}"/>
              </a:ext>
            </a:extLst>
          </p:cNvPr>
          <p:cNvSpPr>
            <a:spLocks xmlns:a="http://schemas.openxmlformats.org/drawingml/2006/main" noGrp="1"/>
          </p:cNvSpPr>
          <p:nvPr/>
        </p:nvSpPr>
        <p:spPr>
          <a:xfrm xmlns:a="http://schemas.openxmlformats.org/drawingml/2006/main">
            <a:off x="1924050" y="1009650"/>
            <a:ext cx="1524000" cy="1190625"/>
          </a:xfrm>
          <a:custGeom xmlns:a="http://schemas.openxmlformats.org/drawingml/2006/main">
            <a:pathLst>
              <a:path w="1524000" h="1190625">
                <a:moveTo>
                  <a:pt x="0" y="0"/>
                </a:moveTo>
                <a:lnTo>
                  <a:pt x="1524000" y="238125"/>
                </a:lnTo>
                <a:lnTo>
                  <a:pt x="1524000" y="952500"/>
                </a:lnTo>
                <a:lnTo>
                  <a:pt x="0" y="1190625"/>
                </a:lnTo>
                <a:close/>
              </a:path>
            </a:pathLst>
          </a:custGeom>
          <a:gradFill xmlns:a="http://schemas.openxmlformats.org/drawingml/2006/main">
            <a:gsLst>
              <a:gs pos="0">
                <a:srgbClr val="E8EDF1"/>
              </a:gs>
              <a:gs pos="100000">
                <a:srgbClr val="C9D7E0"/>
              </a:gs>
            </a:gsLst>
            <a:lin ang="1500000"/>
          </a:gradFill>
          <a:ln xmlns:a="http://schemas.openxmlformats.org/drawingml/2006/main" w="13335">
            <a:solidFill>
              <a:srgbClr val="88A3BC"/>
            </a:solidFill>
          </a:ln>
        </p:spPr>
      </p:sp>
      <p:sp>
        <p:nvSpPr>
          <p:cNvPr id="9" name="module-8">
            <a:extLst xmlns:a="http://schemas.openxmlformats.org/drawingml/2006/main">
              <a:ext uri="{FF2B5EF4-FFF2-40B4-BE49-F238E27FC236}">
                <a16:creationId xmlns:a16="http://schemas.microsoft.com/office/drawing/2014/main" id="{1C8BF29E-8815-4A26-8D61-8965DB505E37}"/>
              </a:ext>
            </a:extLst>
          </p:cNvPr>
          <p:cNvSpPr>
            <a:spLocks xmlns:a="http://schemas.openxmlformats.org/drawingml/2006/main" noGrp="1"/>
          </p:cNvSpPr>
          <p:nvPr/>
        </p:nvSpPr>
        <p:spPr>
          <a:xfrm xmlns:a="http://schemas.openxmlformats.org/drawingml/2006/main">
            <a:off x="2085975" y="1190625"/>
            <a:ext cx="1200150" cy="276225"/>
          </a:xfrm>
          <a:prstGeom xmlns:a="http://schemas.openxmlformats.org/drawingml/2006/main" prst="roundRect">
            <a:avLst>
              <a:gd name="adj" fmla="val 17241"/>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i="0">
                <a:solidFill>
                  <a:srgbClr val="080808"/>
                </a:solidFill>
                <a:latin typeface="Times New Roman"/>
                <a:ea typeface="Times New Roman"/>
                <a:cs typeface="Times New Roman"/>
              </a:defRPr>
            </a:pPr>
            <a:r>
              <a:rPr sz="2250" b="1" i="0">
                <a:solidFill>
                  <a:srgbClr val="080808"/>
                </a:solidFill>
                <a:latin typeface="Times New Roman"/>
                <a:ea typeface="Times New Roman"/>
                <a:cs typeface="Times New Roman"/>
              </a:rPr>
              <a:t>E2</a:t>
            </a:r>
          </a:p>
        </p:txBody>
      </p:sp>
      <p:sp>
        <p:nvSpPr>
          <p:cNvPr id="10" name="module-9">
            <a:extLst xmlns:a="http://schemas.openxmlformats.org/drawingml/2006/main">
              <a:ext uri="{FF2B5EF4-FFF2-40B4-BE49-F238E27FC236}">
                <a16:creationId xmlns:a16="http://schemas.microsoft.com/office/drawing/2014/main" id="{2EC37D4D-393A-46C0-AEAA-7BBFAF877A13}"/>
              </a:ext>
            </a:extLst>
          </p:cNvPr>
          <p:cNvSpPr>
            <a:spLocks xmlns:a="http://schemas.openxmlformats.org/drawingml/2006/main" noGrp="1"/>
          </p:cNvSpPr>
          <p:nvPr/>
        </p:nvSpPr>
        <p:spPr>
          <a:xfrm xmlns:a="http://schemas.openxmlformats.org/drawingml/2006/main">
            <a:off x="2009775" y="1457325"/>
            <a:ext cx="1362075" cy="457200"/>
          </a:xfrm>
          <a:prstGeom xmlns:a="http://schemas.openxmlformats.org/drawingml/2006/main" prst="roundRect">
            <a:avLst>
              <a:gd name="adj" fmla="val 10417"/>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80808"/>
                </a:solidFill>
                <a:latin typeface="Times New Roman"/>
                <a:ea typeface="Times New Roman"/>
                <a:cs typeface="Times New Roman"/>
              </a:defRPr>
            </a:pPr>
            <a:r>
              <a:rPr sz="1725" b="0" i="0">
                <a:solidFill>
                  <a:srgbClr val="080808"/>
                </a:solidFill>
                <a:latin typeface="Times New Roman"/>
                <a:ea typeface="Times New Roman"/>
                <a:cs typeface="Times New Roman"/>
              </a:rPr>
              <a:t>parameter-only</a:t>
            </a:r>
          </a:p>
          <a:p xmlns:a="http://schemas.openxmlformats.org/drawingml/2006/main">
            <a:pPr algn="ctr">
              <a:defRPr sz="1725" b="0" i="0">
                <a:solidFill>
                  <a:srgbClr val="080808"/>
                </a:solidFill>
                <a:latin typeface="Times New Roman"/>
                <a:ea typeface="Times New Roman"/>
                <a:cs typeface="Times New Roman"/>
              </a:defRPr>
            </a:pPr>
            <a:r>
              <a:rPr sz="1725" b="0" i="0">
                <a:solidFill>
                  <a:srgbClr val="080808"/>
                </a:solidFill>
                <a:latin typeface="Times New Roman"/>
                <a:ea typeface="Times New Roman"/>
                <a:cs typeface="Times New Roman"/>
              </a:rPr>
              <a:t>router</a:t>
            </a:r>
          </a:p>
        </p:txBody>
      </p:sp>
      <p:sp>
        <p:nvSpPr>
          <p:cNvPr id="11" name="module-10">
            <a:extLst xmlns:a="http://schemas.openxmlformats.org/drawingml/2006/main">
              <a:ext uri="{FF2B5EF4-FFF2-40B4-BE49-F238E27FC236}">
                <a16:creationId xmlns:a16="http://schemas.microsoft.com/office/drawing/2014/main" id="{21416576-34BE-4F89-A443-573AC31A99DB}"/>
              </a:ext>
            </a:extLst>
          </p:cNvPr>
          <p:cNvSpPr>
            <a:spLocks xmlns:a="http://schemas.openxmlformats.org/drawingml/2006/main" noGrp="1"/>
          </p:cNvSpPr>
          <p:nvPr/>
        </p:nvSpPr>
        <p:spPr>
          <a:xfrm xmlns:a="http://schemas.openxmlformats.org/drawingml/2006/main">
            <a:off x="2114550" y="2095500"/>
            <a:ext cx="1076325" cy="381000"/>
          </a:xfrm>
          <a:prstGeom xmlns:a="http://schemas.openxmlformats.org/drawingml/2006/main" prst="roundRect">
            <a:avLst>
              <a:gd name="adj" fmla="val 12500"/>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0" i="1">
                <a:solidFill>
                  <a:srgbClr val="080808"/>
                </a:solidFill>
                <a:latin typeface="Cambria Math"/>
                <a:ea typeface="Cambria Math"/>
                <a:cs typeface="Cambria Math"/>
              </a:defRPr>
            </a:pPr>
            <a:r>
              <a:rPr sz="2325" b="0" i="1">
                <a:solidFill>
                  <a:srgbClr val="080808"/>
                </a:solidFill>
                <a:latin typeface="Cambria Math"/>
                <a:ea typeface="Cambria Math"/>
                <a:cs typeface="Cambria Math"/>
              </a:rPr>
              <a:t>π(μ)</a:t>
            </a:r>
          </a:p>
        </p:txBody>
      </p:sp>
      <p:sp>
        <p:nvSpPr>
          <p:cNvPr id="12" name="module-11">
            <a:extLst xmlns:a="http://schemas.openxmlformats.org/drawingml/2006/main">
              <a:ext uri="{FF2B5EF4-FFF2-40B4-BE49-F238E27FC236}">
                <a16:creationId xmlns:a16="http://schemas.microsoft.com/office/drawing/2014/main" id="{919ED773-BBE6-422C-98E4-45AB3211EFCB}"/>
              </a:ext>
            </a:extLst>
          </p:cNvPr>
          <p:cNvSpPr>
            <a:spLocks xmlns:a="http://schemas.openxmlformats.org/drawingml/2006/main" noGrp="1"/>
          </p:cNvSpPr>
          <p:nvPr/>
        </p:nvSpPr>
        <p:spPr>
          <a:xfrm xmlns:a="http://schemas.openxmlformats.org/drawingml/2006/main">
            <a:off x="4105275" y="1066800"/>
            <a:ext cx="2600325" cy="819150"/>
          </a:xfrm>
          <a:prstGeom xmlns:a="http://schemas.openxmlformats.org/drawingml/2006/main" prst="roundRect">
            <a:avLst>
              <a:gd name="adj" fmla="val 8140"/>
            </a:avLst>
          </a:prstGeom>
          <a:gradFill xmlns:a="http://schemas.openxmlformats.org/drawingml/2006/main">
            <a:gsLst>
              <a:gs pos="0">
                <a:srgbClr val="F1F3F5"/>
              </a:gs>
              <a:gs pos="100000">
                <a:srgbClr val="DDE3E8"/>
              </a:gs>
            </a:gsLst>
            <a:lin ang="1500000"/>
          </a:gradFill>
          <a:ln xmlns:a="http://schemas.openxmlformats.org/drawingml/2006/main" w="11430">
            <a:solidFill>
              <a:srgbClr val="8496A7"/>
            </a:solidFill>
            <a:prstDash val="solid"/>
          </a:ln>
        </p:spPr>
      </p:sp>
      <p:sp>
        <p:nvSpPr>
          <p:cNvPr id="13" name="module-12">
            <a:extLst xmlns:a="http://schemas.openxmlformats.org/drawingml/2006/main">
              <a:ext uri="{FF2B5EF4-FFF2-40B4-BE49-F238E27FC236}">
                <a16:creationId xmlns:a16="http://schemas.microsoft.com/office/drawing/2014/main" id="{3D499E1C-B085-4CB6-810D-8479BC8A5E3B}"/>
              </a:ext>
            </a:extLst>
          </p:cNvPr>
          <p:cNvSpPr>
            <a:spLocks xmlns:a="http://schemas.openxmlformats.org/drawingml/2006/main" noGrp="1"/>
          </p:cNvSpPr>
          <p:nvPr/>
        </p:nvSpPr>
        <p:spPr>
          <a:xfrm xmlns:a="http://schemas.openxmlformats.org/drawingml/2006/main">
            <a:off x="4200525" y="1133475"/>
            <a:ext cx="2400300" cy="266700"/>
          </a:xfrm>
          <a:prstGeom xmlns:a="http://schemas.openxmlformats.org/drawingml/2006/main" prst="roundRect">
            <a:avLst>
              <a:gd name="adj" fmla="val 17857"/>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i="0">
                <a:solidFill>
                  <a:srgbClr val="080808"/>
                </a:solidFill>
                <a:latin typeface="Times New Roman"/>
                <a:ea typeface="Times New Roman"/>
                <a:cs typeface="Times New Roman"/>
              </a:defRPr>
            </a:pPr>
            <a:r>
              <a:rPr sz="1725" b="1" i="0">
                <a:solidFill>
                  <a:srgbClr val="080808"/>
                </a:solidFill>
                <a:latin typeface="Times New Roman"/>
                <a:ea typeface="Times New Roman"/>
                <a:cs typeface="Times New Roman"/>
              </a:rPr>
              <a:t>Applicability + selection</a:t>
            </a:r>
          </a:p>
        </p:txBody>
      </p:sp>
      <p:sp>
        <p:nvSpPr>
          <p:cNvPr id="14" name="module-13">
            <a:extLst xmlns:a="http://schemas.openxmlformats.org/drawingml/2006/main">
              <a:ext uri="{FF2B5EF4-FFF2-40B4-BE49-F238E27FC236}">
                <a16:creationId xmlns:a16="http://schemas.microsoft.com/office/drawing/2014/main" id="{5BD4B14B-1E9E-443F-86D3-9075E27F2A3F}"/>
              </a:ext>
            </a:extLst>
          </p:cNvPr>
          <p:cNvSpPr>
            <a:spLocks xmlns:a="http://schemas.openxmlformats.org/drawingml/2006/main" noGrp="1"/>
          </p:cNvSpPr>
          <p:nvPr/>
        </p:nvSpPr>
        <p:spPr>
          <a:xfrm xmlns:a="http://schemas.openxmlformats.org/drawingml/2006/main">
            <a:off x="4181475" y="1381125"/>
            <a:ext cx="2428875" cy="238125"/>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i="0">
                <a:solidFill>
                  <a:srgbClr val="080808"/>
                </a:solidFill>
                <a:latin typeface="Times New Roman"/>
                <a:ea typeface="Times New Roman"/>
                <a:cs typeface="Times New Roman"/>
              </a:defRPr>
            </a:pPr>
            <a:r>
              <a:rPr sz="1650" b="0" i="0">
                <a:solidFill>
                  <a:srgbClr val="080808"/>
                </a:solidFill>
                <a:latin typeface="Times New Roman"/>
                <a:ea typeface="Times New Roman"/>
                <a:cs typeface="Times New Roman"/>
              </a:rPr>
              <a:t>Top-1 or adjacent Top-2</a:t>
            </a:r>
          </a:p>
        </p:txBody>
      </p:sp>
      <p:sp>
        <p:nvSpPr>
          <p:cNvPr id="15" name="module-14">
            <a:extLst xmlns:a="http://schemas.openxmlformats.org/drawingml/2006/main">
              <a:ext uri="{FF2B5EF4-FFF2-40B4-BE49-F238E27FC236}">
                <a16:creationId xmlns:a16="http://schemas.microsoft.com/office/drawing/2014/main" id="{5CC05E0C-039A-4F66-ABD6-123B2DE0190A}"/>
              </a:ext>
            </a:extLst>
          </p:cNvPr>
          <p:cNvSpPr>
            <a:spLocks xmlns:a="http://schemas.openxmlformats.org/drawingml/2006/main" noGrp="1"/>
          </p:cNvSpPr>
          <p:nvPr/>
        </p:nvSpPr>
        <p:spPr>
          <a:xfrm xmlns:a="http://schemas.openxmlformats.org/drawingml/2006/main">
            <a:off x="4305300" y="1609725"/>
            <a:ext cx="2200275" cy="238125"/>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i="1">
                <a:solidFill>
                  <a:srgbClr val="080808"/>
                </a:solidFill>
                <a:latin typeface="Times New Roman"/>
                <a:ea typeface="Times New Roman"/>
                <a:cs typeface="Times New Roman"/>
              </a:defRPr>
            </a:pPr>
            <a:r>
              <a:rPr sz="1650" b="0" i="1">
                <a:solidFill>
                  <a:srgbClr val="080808"/>
                </a:solidFill>
                <a:latin typeface="Times New Roman"/>
                <a:ea typeface="Times New Roman"/>
                <a:cs typeface="Times New Roman"/>
              </a:rPr>
              <a:t>(S–H or H–P)</a:t>
            </a:r>
          </a:p>
        </p:txBody>
      </p:sp>
      <p:sp>
        <p:nvSpPr>
          <p:cNvPr id="16" name="module-15">
            <a:extLst xmlns:a="http://schemas.openxmlformats.org/drawingml/2006/main">
              <a:ext uri="{FF2B5EF4-FFF2-40B4-BE49-F238E27FC236}">
                <a16:creationId xmlns:a16="http://schemas.microsoft.com/office/drawing/2014/main" id="{C07ABC1A-2594-4E2E-AA20-913527396EAF}"/>
              </a:ext>
            </a:extLst>
          </p:cNvPr>
          <p:cNvSpPr>
            <a:spLocks xmlns:a="http://schemas.openxmlformats.org/drawingml/2006/main" noGrp="1"/>
          </p:cNvSpPr>
          <p:nvPr/>
        </p:nvSpPr>
        <p:spPr>
          <a:xfrm xmlns:a="http://schemas.openxmlformats.org/drawingml/2006/main">
            <a:off x="3209925" y="2228850"/>
            <a:ext cx="3857625" cy="1695450"/>
          </a:xfrm>
          <a:prstGeom xmlns:a="http://schemas.openxmlformats.org/drawingml/2006/main" prst="roundRect">
            <a:avLst>
              <a:gd name="adj" fmla="val 9551"/>
            </a:avLst>
          </a:prstGeom>
          <a:solidFill xmlns:a="http://schemas.openxmlformats.org/drawingml/2006/main">
            <a:srgbClr val="FFFFFF"/>
          </a:solidFill>
          <a:ln xmlns:a="http://schemas.openxmlformats.org/drawingml/2006/main" w="11430">
            <a:solidFill>
              <a:srgbClr val="8F98A4"/>
            </a:solidFill>
            <a:prstDash val="dash"/>
          </a:ln>
        </p:spPr>
      </p:sp>
      <p:sp>
        <p:nvSpPr>
          <p:cNvPr id="17" name="module-16">
            <a:extLst xmlns:a="http://schemas.openxmlformats.org/drawingml/2006/main">
              <a:ext uri="{FF2B5EF4-FFF2-40B4-BE49-F238E27FC236}">
                <a16:creationId xmlns:a16="http://schemas.microsoft.com/office/drawing/2014/main" id="{EA290536-6BFC-4C1D-8857-482CB118A05B}"/>
              </a:ext>
            </a:extLst>
          </p:cNvPr>
          <p:cNvSpPr>
            <a:spLocks xmlns:a="http://schemas.openxmlformats.org/drawingml/2006/main" noGrp="1"/>
          </p:cNvSpPr>
          <p:nvPr/>
        </p:nvSpPr>
        <p:spPr>
          <a:xfrm xmlns:a="http://schemas.openxmlformats.org/drawingml/2006/main">
            <a:off x="3333750" y="2276475"/>
            <a:ext cx="3619500" cy="285750"/>
          </a:xfrm>
          <a:prstGeom xmlns:a="http://schemas.openxmlformats.org/drawingml/2006/main" prst="roundRect">
            <a:avLst>
              <a:gd name="adj" fmla="val 16667"/>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i="0">
                <a:solidFill>
                  <a:srgbClr val="080808"/>
                </a:solidFill>
                <a:latin typeface="Times New Roman"/>
                <a:ea typeface="Times New Roman"/>
                <a:cs typeface="Times New Roman"/>
              </a:defRPr>
            </a:pPr>
            <a:r>
              <a:rPr sz="1725" b="1" i="0">
                <a:solidFill>
                  <a:srgbClr val="080808"/>
                </a:solidFill>
                <a:latin typeface="Times New Roman"/>
                <a:ea typeface="Times New Roman"/>
                <a:cs typeface="Times New Roman"/>
              </a:rPr>
              <a:t>Candidate regime-local specialists</a:t>
            </a:r>
          </a:p>
        </p:txBody>
      </p:sp>
      <p:sp>
        <p:nvSpPr>
          <p:cNvPr id="18" name="module-17">
            <a:extLst xmlns:a="http://schemas.openxmlformats.org/drawingml/2006/main">
              <a:ext uri="{FF2B5EF4-FFF2-40B4-BE49-F238E27FC236}">
                <a16:creationId xmlns:a16="http://schemas.microsoft.com/office/drawing/2014/main" id="{81DFDE26-EFAD-49E6-8544-8A8CB3D1130F}"/>
              </a:ext>
            </a:extLst>
          </p:cNvPr>
          <p:cNvSpPr>
            <a:spLocks xmlns:a="http://schemas.openxmlformats.org/drawingml/2006/main" noGrp="1"/>
          </p:cNvSpPr>
          <p:nvPr/>
        </p:nvSpPr>
        <p:spPr>
          <a:xfrm xmlns:a="http://schemas.openxmlformats.org/drawingml/2006/main">
            <a:off x="3324225" y="2590800"/>
            <a:ext cx="1143000" cy="1209675"/>
          </a:xfrm>
          <a:prstGeom xmlns:a="http://schemas.openxmlformats.org/drawingml/2006/main" prst="roundRect">
            <a:avLst>
              <a:gd name="adj" fmla="val 5833"/>
            </a:avLst>
          </a:prstGeom>
          <a:gradFill xmlns:a="http://schemas.openxmlformats.org/drawingml/2006/main">
            <a:gsLst>
              <a:gs pos="0">
                <a:srgbClr val="EFF8FF"/>
              </a:gs>
              <a:gs pos="100000">
                <a:srgbClr val="CEE5F8"/>
              </a:gs>
            </a:gsLst>
            <a:lin ang="1500000"/>
          </a:gradFill>
          <a:ln xmlns:a="http://schemas.openxmlformats.org/drawingml/2006/main" w="11430">
            <a:solidFill>
              <a:srgbClr val="0086FF"/>
            </a:solidFill>
            <a:prstDash val="solid"/>
          </a:ln>
        </p:spPr>
      </p:sp>
      <p:sp>
        <p:nvSpPr>
          <p:cNvPr id="19" name="module-18">
            <a:extLst xmlns:a="http://schemas.openxmlformats.org/drawingml/2006/main">
              <a:ext uri="{FF2B5EF4-FFF2-40B4-BE49-F238E27FC236}">
                <a16:creationId xmlns:a16="http://schemas.microsoft.com/office/drawing/2014/main" id="{C46413DA-9637-4199-82C4-7CCEF16224E0}"/>
              </a:ext>
            </a:extLst>
          </p:cNvPr>
          <p:cNvSpPr>
            <a:spLocks xmlns:a="http://schemas.openxmlformats.org/drawingml/2006/main" noGrp="1"/>
          </p:cNvSpPr>
          <p:nvPr/>
        </p:nvSpPr>
        <p:spPr>
          <a:xfrm xmlns:a="http://schemas.openxmlformats.org/drawingml/2006/main">
            <a:off x="3371850" y="2647950"/>
            <a:ext cx="1047750" cy="428625"/>
          </a:xfrm>
          <a:prstGeom xmlns:a="http://schemas.openxmlformats.org/drawingml/2006/main" prst="roundRect">
            <a:avLst>
              <a:gd name="adj" fmla="val 11111"/>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i="0">
                <a:solidFill>
                  <a:srgbClr val="080808"/>
                </a:solidFill>
                <a:latin typeface="Times New Roman"/>
                <a:ea typeface="Times New Roman"/>
                <a:cs typeface="Times New Roman"/>
              </a:defRPr>
            </a:pPr>
            <a:r>
              <a:rPr sz="1575" b="1" i="0">
                <a:solidFill>
                  <a:srgbClr val="080808"/>
                </a:solidFill>
                <a:latin typeface="Times New Roman"/>
                <a:ea typeface="Times New Roman"/>
                <a:cs typeface="Times New Roman"/>
              </a:rPr>
              <a:t>Steady</a:t>
            </a:r>
          </a:p>
          <a:p xmlns:a="http://schemas.openxmlformats.org/drawingml/2006/main">
            <a:pPr algn="ctr">
              <a:defRPr sz="1575" b="1" i="0">
                <a:solidFill>
                  <a:srgbClr val="080808"/>
                </a:solidFill>
                <a:latin typeface="Times New Roman"/>
                <a:ea typeface="Times New Roman"/>
                <a:cs typeface="Times New Roman"/>
              </a:defRPr>
            </a:pPr>
            <a:r>
              <a:rPr sz="1575" b="1" i="0">
                <a:solidFill>
                  <a:srgbClr val="080808"/>
                </a:solidFill>
                <a:latin typeface="Times New Roman"/>
                <a:ea typeface="Times New Roman"/>
                <a:cs typeface="Times New Roman"/>
              </a:rPr>
              <a:t>specialist</a:t>
            </a:r>
          </a:p>
        </p:txBody>
      </p:sp>
      <p:sp>
        <p:nvSpPr>
          <p:cNvPr id="20" name="module-19">
            <a:extLst xmlns:a="http://schemas.openxmlformats.org/drawingml/2006/main">
              <a:ext uri="{FF2B5EF4-FFF2-40B4-BE49-F238E27FC236}">
                <a16:creationId xmlns:a16="http://schemas.microsoft.com/office/drawing/2014/main" id="{1B739B40-8D55-4EC3-ABD7-BE78FA6DCFD9}"/>
              </a:ext>
            </a:extLst>
          </p:cNvPr>
          <p:cNvSpPr>
            <a:spLocks xmlns:a="http://schemas.openxmlformats.org/drawingml/2006/main" noGrp="1"/>
          </p:cNvSpPr>
          <p:nvPr/>
        </p:nvSpPr>
        <p:spPr>
          <a:xfrm xmlns:a="http://schemas.openxmlformats.org/drawingml/2006/main">
            <a:off x="3371850" y="3076575"/>
            <a:ext cx="1047750" cy="238125"/>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i="1">
                <a:solidFill>
                  <a:srgbClr val="080808"/>
                </a:solidFill>
                <a:latin typeface="Times New Roman"/>
                <a:ea typeface="Times New Roman"/>
                <a:cs typeface="Times New Roman"/>
              </a:defRPr>
            </a:pPr>
            <a:r>
              <a:rPr sz="1875" b="1" i="1">
                <a:solidFill>
                  <a:srgbClr val="080808"/>
                </a:solidFill>
                <a:latin typeface="Times New Roman"/>
                <a:ea typeface="Times New Roman"/>
                <a:cs typeface="Times New Roman"/>
              </a:rPr>
              <a:t>S</a:t>
            </a:r>
          </a:p>
        </p:txBody>
      </p:sp>
      <p:pic>
        <p:nvPicPr>
          <p:cNvPr id="256" name=""/>
          <p:cNvPicPr>
            <a:picLocks xmlns:a="http://schemas.openxmlformats.org/drawingml/2006/main" noChangeAspect="1"/>
          </p:cNvPicPr>
          <p:nvPr/>
        </p:nvPicPr>
        <p:blipFill>
          <a:blip xmlns:r="http://schemas.openxmlformats.org/officeDocument/2006/relationships" xmlns:a="http://schemas.openxmlformats.org/drawingml/2006/main" r:embed="R3fd05dc80b71409a"/>
          <a:srcRect xmlns:a="http://schemas.openxmlformats.org/drawingml/2006/main" l="21411" t="36982" r="72428" b="58342"/>
          <a:stretch xmlns:a="http://schemas.openxmlformats.org/drawingml/2006/main"/>
        </p:blipFill>
        <p:spPr>
          <a:xfrm xmlns:a="http://schemas.openxmlformats.org/drawingml/2006/main">
            <a:off x="3409950" y="3314700"/>
            <a:ext cx="981075" cy="419100"/>
          </a:xfrm>
          <a:prstGeom xmlns:a="http://schemas.openxmlformats.org/drawingml/2006/main" prst="rect">
            <a:avLst/>
          </a:prstGeom>
        </p:spPr>
      </p:pic>
      <p:sp>
        <p:nvSpPr>
          <p:cNvPr id="22" name="module-20">
            <a:extLst xmlns:a="http://schemas.openxmlformats.org/drawingml/2006/main">
              <a:ext uri="{FF2B5EF4-FFF2-40B4-BE49-F238E27FC236}">
                <a16:creationId xmlns:a16="http://schemas.microsoft.com/office/drawing/2014/main" id="{8B1CCDDD-BFA8-46A3-A50D-CB4A4B31DFAA}"/>
              </a:ext>
            </a:extLst>
          </p:cNvPr>
          <p:cNvSpPr>
            <a:spLocks xmlns:a="http://schemas.openxmlformats.org/drawingml/2006/main" noGrp="1"/>
          </p:cNvSpPr>
          <p:nvPr/>
        </p:nvSpPr>
        <p:spPr>
          <a:xfrm xmlns:a="http://schemas.openxmlformats.org/drawingml/2006/main">
            <a:off x="4591050" y="2590800"/>
            <a:ext cx="1152525" cy="1209675"/>
          </a:xfrm>
          <a:prstGeom xmlns:a="http://schemas.openxmlformats.org/drawingml/2006/main" prst="roundRect">
            <a:avLst>
              <a:gd name="adj" fmla="val 5785"/>
            </a:avLst>
          </a:prstGeom>
          <a:gradFill xmlns:a="http://schemas.openxmlformats.org/drawingml/2006/main">
            <a:gsLst>
              <a:gs pos="0">
                <a:srgbClr val="FFFAF2"/>
              </a:gs>
              <a:gs pos="100000">
                <a:srgbClr val="FFEAD5"/>
              </a:gs>
            </a:gsLst>
            <a:lin ang="1500000"/>
          </a:gradFill>
          <a:ln xmlns:a="http://schemas.openxmlformats.org/drawingml/2006/main" w="11430">
            <a:solidFill>
              <a:srgbClr val="FF9029"/>
            </a:solidFill>
            <a:prstDash val="solid"/>
          </a:ln>
        </p:spPr>
      </p:sp>
      <p:sp>
        <p:nvSpPr>
          <p:cNvPr id="23" name="module-21">
            <a:extLst xmlns:a="http://schemas.openxmlformats.org/drawingml/2006/main">
              <a:ext uri="{FF2B5EF4-FFF2-40B4-BE49-F238E27FC236}">
                <a16:creationId xmlns:a16="http://schemas.microsoft.com/office/drawing/2014/main" id="{AFFEA9CA-ADB8-4713-B400-A503440734AE}"/>
              </a:ext>
            </a:extLst>
          </p:cNvPr>
          <p:cNvSpPr>
            <a:spLocks xmlns:a="http://schemas.openxmlformats.org/drawingml/2006/main" noGrp="1"/>
          </p:cNvSpPr>
          <p:nvPr/>
        </p:nvSpPr>
        <p:spPr>
          <a:xfrm xmlns:a="http://schemas.openxmlformats.org/drawingml/2006/main">
            <a:off x="4638675" y="2647950"/>
            <a:ext cx="1057275" cy="428625"/>
          </a:xfrm>
          <a:prstGeom xmlns:a="http://schemas.openxmlformats.org/drawingml/2006/main" prst="roundRect">
            <a:avLst>
              <a:gd name="adj" fmla="val 11111"/>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i="0">
                <a:solidFill>
                  <a:srgbClr val="080808"/>
                </a:solidFill>
                <a:latin typeface="Times New Roman"/>
                <a:ea typeface="Times New Roman"/>
                <a:cs typeface="Times New Roman"/>
              </a:defRPr>
            </a:pPr>
            <a:r>
              <a:rPr sz="1575" b="1" i="0">
                <a:solidFill>
                  <a:srgbClr val="080808"/>
                </a:solidFill>
                <a:latin typeface="Times New Roman"/>
                <a:ea typeface="Times New Roman"/>
                <a:cs typeface="Times New Roman"/>
              </a:rPr>
              <a:t>Hopf</a:t>
            </a:r>
          </a:p>
          <a:p xmlns:a="http://schemas.openxmlformats.org/drawingml/2006/main">
            <a:pPr algn="ctr">
              <a:defRPr sz="1575" b="1" i="0">
                <a:solidFill>
                  <a:srgbClr val="080808"/>
                </a:solidFill>
                <a:latin typeface="Times New Roman"/>
                <a:ea typeface="Times New Roman"/>
                <a:cs typeface="Times New Roman"/>
              </a:defRPr>
            </a:pPr>
            <a:r>
              <a:rPr sz="1575" b="1" i="0">
                <a:solidFill>
                  <a:srgbClr val="080808"/>
                </a:solidFill>
                <a:latin typeface="Times New Roman"/>
                <a:ea typeface="Times New Roman"/>
                <a:cs typeface="Times New Roman"/>
              </a:rPr>
              <a:t>specialist</a:t>
            </a:r>
          </a:p>
        </p:txBody>
      </p:sp>
      <p:sp>
        <p:nvSpPr>
          <p:cNvPr id="24" name="module-22">
            <a:extLst xmlns:a="http://schemas.openxmlformats.org/drawingml/2006/main">
              <a:ext uri="{FF2B5EF4-FFF2-40B4-BE49-F238E27FC236}">
                <a16:creationId xmlns:a16="http://schemas.microsoft.com/office/drawing/2014/main" id="{650CE4F9-95EB-408F-98CE-297F3658825E}"/>
              </a:ext>
            </a:extLst>
          </p:cNvPr>
          <p:cNvSpPr>
            <a:spLocks xmlns:a="http://schemas.openxmlformats.org/drawingml/2006/main" noGrp="1"/>
          </p:cNvSpPr>
          <p:nvPr/>
        </p:nvSpPr>
        <p:spPr>
          <a:xfrm xmlns:a="http://schemas.openxmlformats.org/drawingml/2006/main">
            <a:off x="4638675" y="3076575"/>
            <a:ext cx="1057275" cy="238125"/>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i="1">
                <a:solidFill>
                  <a:srgbClr val="080808"/>
                </a:solidFill>
                <a:latin typeface="Times New Roman"/>
                <a:ea typeface="Times New Roman"/>
                <a:cs typeface="Times New Roman"/>
              </a:defRPr>
            </a:pPr>
            <a:r>
              <a:rPr sz="1875" b="1" i="1">
                <a:solidFill>
                  <a:srgbClr val="080808"/>
                </a:solidFill>
                <a:latin typeface="Times New Roman"/>
                <a:ea typeface="Times New Roman"/>
                <a:cs typeface="Times New Roman"/>
              </a:rPr>
              <a:t>H</a:t>
            </a:r>
          </a:p>
        </p:txBody>
      </p:sp>
      <p:pic>
        <p:nvPicPr>
          <p:cNvPr id="260" name=""/>
          <p:cNvPicPr>
            <a:picLocks xmlns:a="http://schemas.openxmlformats.org/drawingml/2006/main" noChangeAspect="1"/>
          </p:cNvPicPr>
          <p:nvPr/>
        </p:nvPicPr>
        <p:blipFill>
          <a:blip xmlns:r="http://schemas.openxmlformats.org/officeDocument/2006/relationships" xmlns:a="http://schemas.openxmlformats.org/drawingml/2006/main" r:embed="R4aa51044cf374aec"/>
          <a:srcRect xmlns:a="http://schemas.openxmlformats.org/drawingml/2006/main" l="29366" t="36982" r="64414" b="58342"/>
          <a:stretch xmlns:a="http://schemas.openxmlformats.org/drawingml/2006/main"/>
        </p:blipFill>
        <p:spPr>
          <a:xfrm xmlns:a="http://schemas.openxmlformats.org/drawingml/2006/main">
            <a:off x="4676775" y="3314700"/>
            <a:ext cx="990600" cy="419100"/>
          </a:xfrm>
          <a:prstGeom xmlns:a="http://schemas.openxmlformats.org/drawingml/2006/main" prst="rect">
            <a:avLst/>
          </a:prstGeom>
        </p:spPr>
      </p:pic>
      <p:sp>
        <p:nvSpPr>
          <p:cNvPr id="26" name="module-23">
            <a:extLst xmlns:a="http://schemas.openxmlformats.org/drawingml/2006/main">
              <a:ext uri="{FF2B5EF4-FFF2-40B4-BE49-F238E27FC236}">
                <a16:creationId xmlns:a16="http://schemas.microsoft.com/office/drawing/2014/main" id="{A31D2C1A-E9B4-4BF0-ADF5-A06C408B717B}"/>
              </a:ext>
            </a:extLst>
          </p:cNvPr>
          <p:cNvSpPr>
            <a:spLocks xmlns:a="http://schemas.openxmlformats.org/drawingml/2006/main" noGrp="1"/>
          </p:cNvSpPr>
          <p:nvPr/>
        </p:nvSpPr>
        <p:spPr>
          <a:xfrm xmlns:a="http://schemas.openxmlformats.org/drawingml/2006/main">
            <a:off x="5857875" y="2590800"/>
            <a:ext cx="1133475" cy="1209675"/>
          </a:xfrm>
          <a:prstGeom xmlns:a="http://schemas.openxmlformats.org/drawingml/2006/main" prst="roundRect">
            <a:avLst>
              <a:gd name="adj" fmla="val 5882"/>
            </a:avLst>
          </a:prstGeom>
          <a:gradFill xmlns:a="http://schemas.openxmlformats.org/drawingml/2006/main">
            <a:gsLst>
              <a:gs pos="0">
                <a:srgbClr val="F4FCF2"/>
              </a:gs>
              <a:gs pos="100000">
                <a:srgbClr val="D9F0D7"/>
              </a:gs>
            </a:gsLst>
            <a:lin ang="1500000"/>
          </a:gradFill>
          <a:ln xmlns:a="http://schemas.openxmlformats.org/drawingml/2006/main" w="11430">
            <a:solidFill>
              <a:srgbClr val="298C32"/>
            </a:solidFill>
            <a:prstDash val="solid"/>
          </a:ln>
        </p:spPr>
      </p:sp>
      <p:sp>
        <p:nvSpPr>
          <p:cNvPr id="27" name="module-24">
            <a:extLst xmlns:a="http://schemas.openxmlformats.org/drawingml/2006/main">
              <a:ext uri="{FF2B5EF4-FFF2-40B4-BE49-F238E27FC236}">
                <a16:creationId xmlns:a16="http://schemas.microsoft.com/office/drawing/2014/main" id="{F3458ED8-13A7-42E5-B44C-981AF444E4D4}"/>
              </a:ext>
            </a:extLst>
          </p:cNvPr>
          <p:cNvSpPr>
            <a:spLocks xmlns:a="http://schemas.openxmlformats.org/drawingml/2006/main" noGrp="1"/>
          </p:cNvSpPr>
          <p:nvPr/>
        </p:nvSpPr>
        <p:spPr>
          <a:xfrm xmlns:a="http://schemas.openxmlformats.org/drawingml/2006/main">
            <a:off x="5905500" y="2647950"/>
            <a:ext cx="1038225" cy="428625"/>
          </a:xfrm>
          <a:prstGeom xmlns:a="http://schemas.openxmlformats.org/drawingml/2006/main" prst="roundRect">
            <a:avLst>
              <a:gd name="adj" fmla="val 11111"/>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i="0">
                <a:solidFill>
                  <a:srgbClr val="080808"/>
                </a:solidFill>
                <a:latin typeface="Times New Roman"/>
                <a:ea typeface="Times New Roman"/>
                <a:cs typeface="Times New Roman"/>
              </a:defRPr>
            </a:pPr>
            <a:r>
              <a:rPr sz="1575" b="1" i="0">
                <a:solidFill>
                  <a:srgbClr val="080808"/>
                </a:solidFill>
                <a:latin typeface="Times New Roman"/>
                <a:ea typeface="Times New Roman"/>
                <a:cs typeface="Times New Roman"/>
              </a:rPr>
              <a:t>Periodic</a:t>
            </a:r>
          </a:p>
          <a:p xmlns:a="http://schemas.openxmlformats.org/drawingml/2006/main">
            <a:pPr algn="ctr">
              <a:defRPr sz="1575" b="1" i="0">
                <a:solidFill>
                  <a:srgbClr val="080808"/>
                </a:solidFill>
                <a:latin typeface="Times New Roman"/>
                <a:ea typeface="Times New Roman"/>
                <a:cs typeface="Times New Roman"/>
              </a:defRPr>
            </a:pPr>
            <a:r>
              <a:rPr sz="1575" b="1" i="0">
                <a:solidFill>
                  <a:srgbClr val="080808"/>
                </a:solidFill>
                <a:latin typeface="Times New Roman"/>
                <a:ea typeface="Times New Roman"/>
                <a:cs typeface="Times New Roman"/>
              </a:rPr>
              <a:t>specialist</a:t>
            </a:r>
          </a:p>
        </p:txBody>
      </p:sp>
      <p:sp>
        <p:nvSpPr>
          <p:cNvPr id="28" name="module-25">
            <a:extLst xmlns:a="http://schemas.openxmlformats.org/drawingml/2006/main">
              <a:ext uri="{FF2B5EF4-FFF2-40B4-BE49-F238E27FC236}">
                <a16:creationId xmlns:a16="http://schemas.microsoft.com/office/drawing/2014/main" id="{8B3D9D33-4D66-495D-8E8F-B5EA3A329734}"/>
              </a:ext>
            </a:extLst>
          </p:cNvPr>
          <p:cNvSpPr>
            <a:spLocks xmlns:a="http://schemas.openxmlformats.org/drawingml/2006/main" noGrp="1"/>
          </p:cNvSpPr>
          <p:nvPr/>
        </p:nvSpPr>
        <p:spPr>
          <a:xfrm xmlns:a="http://schemas.openxmlformats.org/drawingml/2006/main">
            <a:off x="5905500" y="3076575"/>
            <a:ext cx="1038225" cy="238125"/>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i="1">
                <a:solidFill>
                  <a:srgbClr val="080808"/>
                </a:solidFill>
                <a:latin typeface="Times New Roman"/>
                <a:ea typeface="Times New Roman"/>
                <a:cs typeface="Times New Roman"/>
              </a:defRPr>
            </a:pPr>
            <a:r>
              <a:rPr sz="1875" b="1" i="1">
                <a:solidFill>
                  <a:srgbClr val="080808"/>
                </a:solidFill>
                <a:latin typeface="Times New Roman"/>
                <a:ea typeface="Times New Roman"/>
                <a:cs typeface="Times New Roman"/>
              </a:rPr>
              <a:t>P</a:t>
            </a:r>
          </a:p>
        </p:txBody>
      </p:sp>
      <p:pic>
        <p:nvPicPr>
          <p:cNvPr id="264" name=""/>
          <p:cNvPicPr>
            <a:picLocks xmlns:a="http://schemas.openxmlformats.org/drawingml/2006/main" noChangeAspect="1"/>
          </p:cNvPicPr>
          <p:nvPr/>
        </p:nvPicPr>
        <p:blipFill>
          <a:blip xmlns:r="http://schemas.openxmlformats.org/officeDocument/2006/relationships" xmlns:a="http://schemas.openxmlformats.org/drawingml/2006/main" r:embed="R4e1ed08e5d18430f"/>
          <a:srcRect xmlns:a="http://schemas.openxmlformats.org/drawingml/2006/main" l="37261" t="36982" r="56579" b="58342"/>
          <a:stretch xmlns:a="http://schemas.openxmlformats.org/drawingml/2006/main"/>
        </p:blipFill>
        <p:spPr>
          <a:xfrm xmlns:a="http://schemas.openxmlformats.org/drawingml/2006/main">
            <a:off x="5934075" y="3314700"/>
            <a:ext cx="981075" cy="419100"/>
          </a:xfrm>
          <a:prstGeom xmlns:a="http://schemas.openxmlformats.org/drawingml/2006/main" prst="rect">
            <a:avLst/>
          </a:prstGeom>
        </p:spPr>
      </p:pic>
      <p:sp>
        <p:nvSpPr>
          <p:cNvPr id="30" name="module-26">
            <a:extLst xmlns:a="http://schemas.openxmlformats.org/drawingml/2006/main">
              <a:ext uri="{FF2B5EF4-FFF2-40B4-BE49-F238E27FC236}">
                <a16:creationId xmlns:a16="http://schemas.microsoft.com/office/drawing/2014/main" id="{ABB8B080-4BF1-4B27-A339-632617DE1E59}"/>
              </a:ext>
            </a:extLst>
          </p:cNvPr>
          <p:cNvSpPr>
            <a:spLocks xmlns:a="http://schemas.openxmlformats.org/drawingml/2006/main" noGrp="1"/>
          </p:cNvSpPr>
          <p:nvPr/>
        </p:nvSpPr>
        <p:spPr>
          <a:xfrm xmlns:a="http://schemas.openxmlformats.org/drawingml/2006/main">
            <a:off x="7172325" y="638175"/>
            <a:ext cx="2295525" cy="3095625"/>
          </a:xfrm>
          <a:prstGeom xmlns:a="http://schemas.openxmlformats.org/drawingml/2006/main" prst="roundRect">
            <a:avLst>
              <a:gd name="adj" fmla="val 3320"/>
            </a:avLst>
          </a:prstGeom>
          <a:gradFill xmlns:a="http://schemas.openxmlformats.org/drawingml/2006/main">
            <a:gsLst>
              <a:gs pos="0">
                <a:srgbClr val="FFFAF2"/>
              </a:gs>
              <a:gs pos="100000">
                <a:srgbClr val="FFEAD5"/>
              </a:gs>
            </a:gsLst>
            <a:lin ang="1500000"/>
          </a:gradFill>
          <a:ln xmlns:a="http://schemas.openxmlformats.org/drawingml/2006/main" w="11430">
            <a:solidFill>
              <a:srgbClr val="FF9029"/>
            </a:solidFill>
            <a:prstDash val="solid"/>
          </a:ln>
        </p:spPr>
      </p:sp>
      <p:sp>
        <p:nvSpPr>
          <p:cNvPr id="31" name="module-27">
            <a:extLst xmlns:a="http://schemas.openxmlformats.org/drawingml/2006/main">
              <a:ext uri="{FF2B5EF4-FFF2-40B4-BE49-F238E27FC236}">
                <a16:creationId xmlns:a16="http://schemas.microsoft.com/office/drawing/2014/main" id="{981C598A-A6C9-43B5-B58B-5A268F332272}"/>
              </a:ext>
            </a:extLst>
          </p:cNvPr>
          <p:cNvSpPr>
            <a:spLocks xmlns:a="http://schemas.openxmlformats.org/drawingml/2006/main" noGrp="1"/>
          </p:cNvSpPr>
          <p:nvPr/>
        </p:nvSpPr>
        <p:spPr>
          <a:xfrm xmlns:a="http://schemas.openxmlformats.org/drawingml/2006/main">
            <a:off x="7286625" y="695325"/>
            <a:ext cx="2047875" cy="276225"/>
          </a:xfrm>
          <a:prstGeom xmlns:a="http://schemas.openxmlformats.org/drawingml/2006/main" prst="roundRect">
            <a:avLst>
              <a:gd name="adj" fmla="val 17241"/>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i="0">
                <a:solidFill>
                  <a:srgbClr val="080808"/>
                </a:solidFill>
                <a:latin typeface="Times New Roman"/>
                <a:ea typeface="Times New Roman"/>
                <a:cs typeface="Times New Roman"/>
              </a:defRPr>
            </a:pPr>
            <a:r>
              <a:rPr sz="1875" b="1" i="0">
                <a:solidFill>
                  <a:srgbClr val="080808"/>
                </a:solidFill>
                <a:latin typeface="Times New Roman"/>
                <a:ea typeface="Times New Roman"/>
                <a:cs typeface="Times New Roman"/>
              </a:rPr>
              <a:t>Selected specialist(s)</a:t>
            </a:r>
          </a:p>
        </p:txBody>
      </p:sp>
      <p:sp>
        <p:nvSpPr>
          <p:cNvPr id="32" name="module-28">
            <a:extLst xmlns:a="http://schemas.openxmlformats.org/drawingml/2006/main">
              <a:ext uri="{FF2B5EF4-FFF2-40B4-BE49-F238E27FC236}">
                <a16:creationId xmlns:a16="http://schemas.microsoft.com/office/drawing/2014/main" id="{47994E27-F989-4115-A31E-5D408BD22A01}"/>
              </a:ext>
            </a:extLst>
          </p:cNvPr>
          <p:cNvSpPr>
            <a:spLocks xmlns:a="http://schemas.openxmlformats.org/drawingml/2006/main" noGrp="1"/>
          </p:cNvSpPr>
          <p:nvPr/>
        </p:nvSpPr>
        <p:spPr>
          <a:xfrm xmlns:a="http://schemas.openxmlformats.org/drawingml/2006/main">
            <a:off x="7324725" y="1028700"/>
            <a:ext cx="2009775" cy="1038225"/>
          </a:xfrm>
          <a:prstGeom xmlns:a="http://schemas.openxmlformats.org/drawingml/2006/main" prst="roundRect">
            <a:avLst>
              <a:gd name="adj" fmla="val 6422"/>
            </a:avLst>
          </a:prstGeom>
          <a:gradFill xmlns:a="http://schemas.openxmlformats.org/drawingml/2006/main">
            <a:gsLst>
              <a:gs pos="0">
                <a:srgbClr val="FFFAF2"/>
              </a:gs>
              <a:gs pos="100000">
                <a:srgbClr val="FFEAD5"/>
              </a:gs>
            </a:gsLst>
            <a:lin ang="1500000"/>
          </a:gradFill>
          <a:ln xmlns:a="http://schemas.openxmlformats.org/drawingml/2006/main" w="11430">
            <a:solidFill>
              <a:srgbClr val="FF9029"/>
            </a:solidFill>
            <a:prstDash val="solid"/>
          </a:ln>
        </p:spPr>
      </p:sp>
      <p:sp>
        <p:nvSpPr>
          <p:cNvPr id="33" name="module-29">
            <a:extLst xmlns:a="http://schemas.openxmlformats.org/drawingml/2006/main">
              <a:ext uri="{FF2B5EF4-FFF2-40B4-BE49-F238E27FC236}">
                <a16:creationId xmlns:a16="http://schemas.microsoft.com/office/drawing/2014/main" id="{B142B7B0-F922-41FC-97C3-4E88BA171673}"/>
              </a:ext>
            </a:extLst>
          </p:cNvPr>
          <p:cNvSpPr>
            <a:spLocks xmlns:a="http://schemas.openxmlformats.org/drawingml/2006/main" noGrp="1"/>
          </p:cNvSpPr>
          <p:nvPr/>
        </p:nvSpPr>
        <p:spPr>
          <a:xfrm xmlns:a="http://schemas.openxmlformats.org/drawingml/2006/main">
            <a:off x="7429500" y="1066800"/>
            <a:ext cx="1809750" cy="276225"/>
          </a:xfrm>
          <a:prstGeom xmlns:a="http://schemas.openxmlformats.org/drawingml/2006/main" prst="roundRect">
            <a:avLst>
              <a:gd name="adj" fmla="val 17241"/>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i="0">
                <a:solidFill>
                  <a:srgbClr val="080808"/>
                </a:solidFill>
                <a:latin typeface="Times New Roman"/>
                <a:ea typeface="Times New Roman"/>
                <a:cs typeface="Times New Roman"/>
              </a:defRPr>
            </a:pPr>
            <a:r>
              <a:rPr sz="1725" b="1" i="0">
                <a:solidFill>
                  <a:srgbClr val="080808"/>
                </a:solidFill>
                <a:latin typeface="Times New Roman"/>
                <a:ea typeface="Times New Roman"/>
                <a:cs typeface="Times New Roman"/>
              </a:rPr>
              <a:t>Specialist r</a:t>
            </a:r>
          </a:p>
        </p:txBody>
      </p:sp>
      <p:pic>
        <p:nvPicPr>
          <p:cNvPr id="269" name=""/>
          <p:cNvPicPr>
            <a:picLocks xmlns:a="http://schemas.openxmlformats.org/drawingml/2006/main" noChangeAspect="1"/>
          </p:cNvPicPr>
          <p:nvPr/>
        </p:nvPicPr>
        <p:blipFill>
          <a:blip xmlns:r="http://schemas.openxmlformats.org/officeDocument/2006/relationships" xmlns:a="http://schemas.openxmlformats.org/drawingml/2006/main" r:embed="R58c02306904d4a60"/>
          <a:srcRect xmlns:a="http://schemas.openxmlformats.org/drawingml/2006/main" l="46471" t="15409" r="41866" b="78321"/>
          <a:stretch xmlns:a="http://schemas.openxmlformats.org/drawingml/2006/main"/>
        </p:blipFill>
        <p:spPr>
          <a:xfrm xmlns:a="http://schemas.openxmlformats.org/drawingml/2006/main">
            <a:off x="7400925" y="1381125"/>
            <a:ext cx="1857375" cy="561975"/>
          </a:xfrm>
          <a:prstGeom xmlns:a="http://schemas.openxmlformats.org/drawingml/2006/main" prst="rect">
            <a:avLst/>
          </a:prstGeom>
        </p:spPr>
      </p:pic>
      <p:sp>
        <p:nvSpPr>
          <p:cNvPr id="35" name="module-30">
            <a:extLst xmlns:a="http://schemas.openxmlformats.org/drawingml/2006/main">
              <a:ext uri="{FF2B5EF4-FFF2-40B4-BE49-F238E27FC236}">
                <a16:creationId xmlns:a16="http://schemas.microsoft.com/office/drawing/2014/main" id="{AC1EF15C-FFD3-4304-B1E2-34EEBCA8D65D}"/>
              </a:ext>
            </a:extLst>
          </p:cNvPr>
          <p:cNvSpPr>
            <a:spLocks xmlns:a="http://schemas.openxmlformats.org/drawingml/2006/main" noGrp="1"/>
          </p:cNvSpPr>
          <p:nvPr/>
        </p:nvSpPr>
        <p:spPr>
          <a:xfrm xmlns:a="http://schemas.openxmlformats.org/drawingml/2006/main">
            <a:off x="8105775" y="2066925"/>
            <a:ext cx="428625" cy="295275"/>
          </a:xfrm>
          <a:prstGeom xmlns:a="http://schemas.openxmlformats.org/drawingml/2006/main" prst="roundRect">
            <a:avLst>
              <a:gd name="adj" fmla="val 16129"/>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i="0">
                <a:solidFill>
                  <a:srgbClr val="080808"/>
                </a:solidFill>
                <a:latin typeface="Times New Roman"/>
                <a:ea typeface="Times New Roman"/>
                <a:cs typeface="Times New Roman"/>
              </a:defRPr>
            </a:pPr>
            <a:r>
              <a:rPr sz="2175" b="1" i="0">
                <a:solidFill>
                  <a:srgbClr val="080808"/>
                </a:solidFill>
                <a:latin typeface="Times New Roman"/>
                <a:ea typeface="Times New Roman"/>
                <a:cs typeface="Times New Roman"/>
              </a:rPr>
              <a:t>⋮</a:t>
            </a:r>
          </a:p>
        </p:txBody>
      </p:sp>
      <p:sp>
        <p:nvSpPr>
          <p:cNvPr id="36" name="module-31">
            <a:extLst xmlns:a="http://schemas.openxmlformats.org/drawingml/2006/main">
              <a:ext uri="{FF2B5EF4-FFF2-40B4-BE49-F238E27FC236}">
                <a16:creationId xmlns:a16="http://schemas.microsoft.com/office/drawing/2014/main" id="{CAC1DCA4-359A-4831-8A6D-965EE3993471}"/>
              </a:ext>
            </a:extLst>
          </p:cNvPr>
          <p:cNvSpPr>
            <a:spLocks xmlns:a="http://schemas.openxmlformats.org/drawingml/2006/main" noGrp="1"/>
          </p:cNvSpPr>
          <p:nvPr/>
        </p:nvSpPr>
        <p:spPr>
          <a:xfrm xmlns:a="http://schemas.openxmlformats.org/drawingml/2006/main">
            <a:off x="7324725" y="2371725"/>
            <a:ext cx="2009775" cy="1247775"/>
          </a:xfrm>
          <a:prstGeom xmlns:a="http://schemas.openxmlformats.org/drawingml/2006/main" prst="roundRect">
            <a:avLst>
              <a:gd name="adj" fmla="val 5344"/>
            </a:avLst>
          </a:prstGeom>
          <a:gradFill xmlns:a="http://schemas.openxmlformats.org/drawingml/2006/main">
            <a:gsLst>
              <a:gs pos="0">
                <a:srgbClr val="FFFAF2"/>
              </a:gs>
              <a:gs pos="100000">
                <a:srgbClr val="FFEAD5"/>
              </a:gs>
            </a:gsLst>
            <a:lin ang="1500000"/>
          </a:gradFill>
          <a:ln xmlns:a="http://schemas.openxmlformats.org/drawingml/2006/main" w="11430">
            <a:solidFill>
              <a:srgbClr val="FF9029"/>
            </a:solidFill>
            <a:prstDash val="solid"/>
          </a:ln>
        </p:spPr>
      </p:sp>
      <p:sp>
        <p:nvSpPr>
          <p:cNvPr id="37" name="module-32">
            <a:extLst xmlns:a="http://schemas.openxmlformats.org/drawingml/2006/main">
              <a:ext uri="{FF2B5EF4-FFF2-40B4-BE49-F238E27FC236}">
                <a16:creationId xmlns:a16="http://schemas.microsoft.com/office/drawing/2014/main" id="{5BF6D437-B713-4C6E-B3D0-120E5E152184}"/>
              </a:ext>
            </a:extLst>
          </p:cNvPr>
          <p:cNvSpPr>
            <a:spLocks xmlns:a="http://schemas.openxmlformats.org/drawingml/2006/main" noGrp="1"/>
          </p:cNvSpPr>
          <p:nvPr/>
        </p:nvSpPr>
        <p:spPr>
          <a:xfrm xmlns:a="http://schemas.openxmlformats.org/drawingml/2006/main">
            <a:off x="7429500" y="2419350"/>
            <a:ext cx="1809750" cy="266700"/>
          </a:xfrm>
          <a:prstGeom xmlns:a="http://schemas.openxmlformats.org/drawingml/2006/main" prst="roundRect">
            <a:avLst>
              <a:gd name="adj" fmla="val 17857"/>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i="0">
                <a:solidFill>
                  <a:srgbClr val="080808"/>
                </a:solidFill>
                <a:latin typeface="Times New Roman"/>
                <a:ea typeface="Times New Roman"/>
                <a:cs typeface="Times New Roman"/>
              </a:defRPr>
            </a:pPr>
            <a:r>
              <a:rPr sz="1725" b="1" i="0">
                <a:solidFill>
                  <a:srgbClr val="080808"/>
                </a:solidFill>
                <a:latin typeface="Times New Roman"/>
                <a:ea typeface="Times New Roman"/>
                <a:cs typeface="Times New Roman"/>
              </a:rPr>
              <a:t>Specialist s</a:t>
            </a:r>
          </a:p>
        </p:txBody>
      </p:sp>
      <p:sp>
        <p:nvSpPr>
          <p:cNvPr id="38" name="module-33">
            <a:extLst xmlns:a="http://schemas.openxmlformats.org/drawingml/2006/main">
              <a:ext uri="{FF2B5EF4-FFF2-40B4-BE49-F238E27FC236}">
                <a16:creationId xmlns:a16="http://schemas.microsoft.com/office/drawing/2014/main" id="{58F719C7-B97F-4A42-A48D-35A5C484CCAB}"/>
              </a:ext>
            </a:extLst>
          </p:cNvPr>
          <p:cNvSpPr>
            <a:spLocks xmlns:a="http://schemas.openxmlformats.org/drawingml/2006/main" noGrp="1"/>
          </p:cNvSpPr>
          <p:nvPr/>
        </p:nvSpPr>
        <p:spPr>
          <a:xfrm xmlns:a="http://schemas.openxmlformats.org/drawingml/2006/main">
            <a:off x="7477125" y="2667000"/>
            <a:ext cx="1714500" cy="257175"/>
          </a:xfrm>
          <a:prstGeom xmlns:a="http://schemas.openxmlformats.org/drawingml/2006/main" prst="roundRect">
            <a:avLst>
              <a:gd name="adj" fmla="val 18519"/>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i="0">
                <a:solidFill>
                  <a:srgbClr val="080808"/>
                </a:solidFill>
                <a:latin typeface="Times New Roman"/>
                <a:ea typeface="Times New Roman"/>
                <a:cs typeface="Times New Roman"/>
              </a:defRPr>
            </a:pPr>
            <a:r>
              <a:rPr sz="1650" b="0" i="0">
                <a:solidFill>
                  <a:srgbClr val="080808"/>
                </a:solidFill>
                <a:latin typeface="Times New Roman"/>
                <a:ea typeface="Times New Roman"/>
                <a:cs typeface="Times New Roman"/>
              </a:rPr>
              <a:t>(if selected)</a:t>
            </a:r>
          </a:p>
        </p:txBody>
      </p:sp>
      <p:pic>
        <p:nvPicPr>
          <p:cNvPr id="274" name=""/>
          <p:cNvPicPr>
            <a:picLocks xmlns:a="http://schemas.openxmlformats.org/drawingml/2006/main" noChangeAspect="1"/>
          </p:cNvPicPr>
          <p:nvPr/>
        </p:nvPicPr>
        <p:blipFill>
          <a:blip xmlns:r="http://schemas.openxmlformats.org/officeDocument/2006/relationships" xmlns:a="http://schemas.openxmlformats.org/drawingml/2006/main" r:embed="R1832140bdf14464e"/>
          <a:srcRect xmlns:a="http://schemas.openxmlformats.org/drawingml/2006/main" l="46471" t="32837" r="41866" b="60786"/>
          <a:stretch xmlns:a="http://schemas.openxmlformats.org/drawingml/2006/main"/>
        </p:blipFill>
        <p:spPr>
          <a:xfrm xmlns:a="http://schemas.openxmlformats.org/drawingml/2006/main">
            <a:off x="7400925" y="2943225"/>
            <a:ext cx="1857375" cy="571500"/>
          </a:xfrm>
          <a:prstGeom xmlns:a="http://schemas.openxmlformats.org/drawingml/2006/main" prst="rect">
            <a:avLst/>
          </a:prstGeom>
        </p:spPr>
      </p:pic>
      <p:sp>
        <p:nvSpPr>
          <p:cNvPr id="40" name="Editable tapered module">
            <a:extLst xmlns:a="http://schemas.openxmlformats.org/drawingml/2006/main">
              <a:ext uri="{FF2B5EF4-FFF2-40B4-BE49-F238E27FC236}">
                <a16:creationId xmlns:a16="http://schemas.microsoft.com/office/drawing/2014/main" id="{4748DA53-2354-41BF-BCED-2E8692A85EF5}"/>
              </a:ext>
            </a:extLst>
          </p:cNvPr>
          <p:cNvSpPr>
            <a:spLocks xmlns:a="http://schemas.openxmlformats.org/drawingml/2006/main" noGrp="1"/>
          </p:cNvSpPr>
          <p:nvPr/>
        </p:nvSpPr>
        <p:spPr>
          <a:xfrm xmlns:a="http://schemas.openxmlformats.org/drawingml/2006/main">
            <a:off x="9744075" y="1266825"/>
            <a:ext cx="1209675" cy="1733550"/>
          </a:xfrm>
          <a:custGeom xmlns:a="http://schemas.openxmlformats.org/drawingml/2006/main">
            <a:pathLst>
              <a:path w="1209675" h="1733550">
                <a:moveTo>
                  <a:pt x="0" y="0"/>
                </a:moveTo>
                <a:lnTo>
                  <a:pt x="1209675" y="346710"/>
                </a:lnTo>
                <a:lnTo>
                  <a:pt x="1209675" y="1386840"/>
                </a:lnTo>
                <a:lnTo>
                  <a:pt x="0" y="1733550"/>
                </a:lnTo>
                <a:close/>
              </a:path>
            </a:pathLst>
          </a:custGeom>
          <a:gradFill xmlns:a="http://schemas.openxmlformats.org/drawingml/2006/main">
            <a:gsLst>
              <a:gs pos="0">
                <a:srgbClr val="EFF8FF"/>
              </a:gs>
              <a:gs pos="100000">
                <a:srgbClr val="CEE5F8"/>
              </a:gs>
            </a:gsLst>
            <a:lin ang="1500000"/>
          </a:gradFill>
          <a:ln xmlns:a="http://schemas.openxmlformats.org/drawingml/2006/main" w="13335">
            <a:solidFill>
              <a:srgbClr val="0086FF"/>
            </a:solidFill>
          </a:ln>
        </p:spPr>
      </p:sp>
      <p:sp>
        <p:nvSpPr>
          <p:cNvPr id="41" name="module-34">
            <a:extLst xmlns:a="http://schemas.openxmlformats.org/drawingml/2006/main">
              <a:ext uri="{FF2B5EF4-FFF2-40B4-BE49-F238E27FC236}">
                <a16:creationId xmlns:a16="http://schemas.microsoft.com/office/drawing/2014/main" id="{46BC23B7-EF8C-4D19-A9CF-4E73FF24EA53}"/>
              </a:ext>
            </a:extLst>
          </p:cNvPr>
          <p:cNvSpPr>
            <a:spLocks xmlns:a="http://schemas.openxmlformats.org/drawingml/2006/main" noGrp="1"/>
          </p:cNvSpPr>
          <p:nvPr/>
        </p:nvSpPr>
        <p:spPr>
          <a:xfrm xmlns:a="http://schemas.openxmlformats.org/drawingml/2006/main">
            <a:off x="9801225" y="1685925"/>
            <a:ext cx="1095375" cy="466725"/>
          </a:xfrm>
          <a:prstGeom xmlns:a="http://schemas.openxmlformats.org/drawingml/2006/main" prst="roundRect">
            <a:avLst>
              <a:gd name="adj" fmla="val 10204"/>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080808"/>
                </a:solidFill>
                <a:latin typeface="Times New Roman"/>
                <a:ea typeface="Times New Roman"/>
                <a:cs typeface="Times New Roman"/>
              </a:defRPr>
            </a:pPr>
            <a:r>
              <a:rPr sz="1650" b="1" i="0">
                <a:solidFill>
                  <a:srgbClr val="080808"/>
                </a:solidFill>
                <a:latin typeface="Times New Roman"/>
                <a:ea typeface="Times New Roman"/>
                <a:cs typeface="Times New Roman"/>
              </a:rPr>
              <a:t>Independent</a:t>
            </a:r>
          </a:p>
          <a:p xmlns:a="http://schemas.openxmlformats.org/drawingml/2006/main">
            <a:pPr algn="ctr">
              <a:defRPr sz="1650" b="1" i="0">
                <a:solidFill>
                  <a:srgbClr val="080808"/>
                </a:solidFill>
                <a:latin typeface="Times New Roman"/>
                <a:ea typeface="Times New Roman"/>
                <a:cs typeface="Times New Roman"/>
              </a:defRPr>
            </a:pPr>
            <a:r>
              <a:rPr sz="1650" b="1" i="0">
                <a:solidFill>
                  <a:srgbClr val="080808"/>
                </a:solidFill>
                <a:latin typeface="Times New Roman"/>
                <a:ea typeface="Times New Roman"/>
                <a:cs typeface="Times New Roman"/>
              </a:rPr>
              <a:t>local rollouts</a:t>
            </a:r>
          </a:p>
        </p:txBody>
      </p:sp>
      <p:sp>
        <p:nvSpPr>
          <p:cNvPr id="42" name="module-35">
            <a:extLst xmlns:a="http://schemas.openxmlformats.org/drawingml/2006/main">
              <a:ext uri="{FF2B5EF4-FFF2-40B4-BE49-F238E27FC236}">
                <a16:creationId xmlns:a16="http://schemas.microsoft.com/office/drawing/2014/main" id="{9AB92783-B1EE-4D8A-947E-53FD897C67AB}"/>
              </a:ext>
            </a:extLst>
          </p:cNvPr>
          <p:cNvSpPr>
            <a:spLocks xmlns:a="http://schemas.openxmlformats.org/drawingml/2006/main" noGrp="1"/>
          </p:cNvSpPr>
          <p:nvPr/>
        </p:nvSpPr>
        <p:spPr>
          <a:xfrm xmlns:a="http://schemas.openxmlformats.org/drawingml/2006/main">
            <a:off x="9820275" y="2152650"/>
            <a:ext cx="1057275" cy="457200"/>
          </a:xfrm>
          <a:prstGeom xmlns:a="http://schemas.openxmlformats.org/drawingml/2006/main" prst="roundRect">
            <a:avLst>
              <a:gd name="adj" fmla="val 10417"/>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i="1">
                <a:solidFill>
                  <a:srgbClr val="080808"/>
                </a:solidFill>
                <a:latin typeface="Times New Roman"/>
                <a:ea typeface="Times New Roman"/>
                <a:cs typeface="Times New Roman"/>
              </a:defRPr>
            </a:pPr>
            <a:r>
              <a:rPr sz="1650" b="0" i="1">
                <a:solidFill>
                  <a:srgbClr val="080808"/>
                </a:solidFill>
                <a:latin typeface="Times New Roman"/>
                <a:ea typeface="Times New Roman"/>
                <a:cs typeface="Times New Roman"/>
              </a:rPr>
              <a:t>(in native</a:t>
            </a:r>
          </a:p>
          <a:p xmlns:a="http://schemas.openxmlformats.org/drawingml/2006/main">
            <a:pPr algn="ctr">
              <a:defRPr sz="1650" b="0" i="1">
                <a:solidFill>
                  <a:srgbClr val="080808"/>
                </a:solidFill>
                <a:latin typeface="Times New Roman"/>
                <a:ea typeface="Times New Roman"/>
                <a:cs typeface="Times New Roman"/>
              </a:defRPr>
            </a:pPr>
            <a:r>
              <a:rPr sz="1650" b="0" i="1">
                <a:solidFill>
                  <a:srgbClr val="080808"/>
                </a:solidFill>
                <a:latin typeface="Times New Roman"/>
                <a:ea typeface="Times New Roman"/>
                <a:cs typeface="Times New Roman"/>
              </a:rPr>
              <a:t>coordinates)</a:t>
            </a:r>
          </a:p>
        </p:txBody>
      </p:sp>
      <p:sp>
        <p:nvSpPr>
          <p:cNvPr id="43" name="Editable tapered module">
            <a:extLst xmlns:a="http://schemas.openxmlformats.org/drawingml/2006/main">
              <a:ext uri="{FF2B5EF4-FFF2-40B4-BE49-F238E27FC236}">
                <a16:creationId xmlns:a16="http://schemas.microsoft.com/office/drawing/2014/main" id="{50103B7A-98B7-48BE-BE9C-CE64214111BF}"/>
              </a:ext>
            </a:extLst>
          </p:cNvPr>
          <p:cNvSpPr>
            <a:spLocks xmlns:a="http://schemas.openxmlformats.org/drawingml/2006/main" noGrp="1"/>
          </p:cNvSpPr>
          <p:nvPr/>
        </p:nvSpPr>
        <p:spPr>
          <a:xfrm xmlns:a="http://schemas.openxmlformats.org/drawingml/2006/main">
            <a:off x="11220450" y="1457325"/>
            <a:ext cx="1133475" cy="1343025"/>
          </a:xfrm>
          <a:custGeom xmlns:a="http://schemas.openxmlformats.org/drawingml/2006/main">
            <a:pathLst>
              <a:path w="1133475" h="1343025">
                <a:moveTo>
                  <a:pt x="0" y="0"/>
                </a:moveTo>
                <a:lnTo>
                  <a:pt x="1133475" y="268605"/>
                </a:lnTo>
                <a:lnTo>
                  <a:pt x="1133475" y="1074420"/>
                </a:lnTo>
                <a:lnTo>
                  <a:pt x="0" y="1343025"/>
                </a:lnTo>
                <a:close/>
              </a:path>
            </a:pathLst>
          </a:custGeom>
          <a:gradFill xmlns:a="http://schemas.openxmlformats.org/drawingml/2006/main">
            <a:gsLst>
              <a:gs pos="0">
                <a:srgbClr val="EFF8FF"/>
              </a:gs>
              <a:gs pos="100000">
                <a:srgbClr val="CEE5F8"/>
              </a:gs>
            </a:gsLst>
            <a:lin ang="1500000"/>
          </a:gradFill>
          <a:ln xmlns:a="http://schemas.openxmlformats.org/drawingml/2006/main" w="13335">
            <a:solidFill>
              <a:srgbClr val="0086FF"/>
            </a:solidFill>
          </a:ln>
        </p:spPr>
      </p:sp>
      <p:sp>
        <p:nvSpPr>
          <p:cNvPr id="44" name="module-36">
            <a:extLst xmlns:a="http://schemas.openxmlformats.org/drawingml/2006/main">
              <a:ext uri="{FF2B5EF4-FFF2-40B4-BE49-F238E27FC236}">
                <a16:creationId xmlns:a16="http://schemas.microsoft.com/office/drawing/2014/main" id="{DD8FB5E4-4F7D-4B9C-AEAA-C15EADFA97CC}"/>
              </a:ext>
            </a:extLst>
          </p:cNvPr>
          <p:cNvSpPr>
            <a:spLocks xmlns:a="http://schemas.openxmlformats.org/drawingml/2006/main" noGrp="1"/>
          </p:cNvSpPr>
          <p:nvPr/>
        </p:nvSpPr>
        <p:spPr>
          <a:xfrm xmlns:a="http://schemas.openxmlformats.org/drawingml/2006/main">
            <a:off x="11277600" y="1790700"/>
            <a:ext cx="1019175" cy="276225"/>
          </a:xfrm>
          <a:prstGeom xmlns:a="http://schemas.openxmlformats.org/drawingml/2006/main" prst="roundRect">
            <a:avLst>
              <a:gd name="adj" fmla="val 17241"/>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080808"/>
                </a:solidFill>
                <a:latin typeface="Times New Roman"/>
                <a:ea typeface="Times New Roman"/>
                <a:cs typeface="Times New Roman"/>
              </a:defRPr>
            </a:pPr>
            <a:r>
              <a:rPr sz="1650" b="1" i="0">
                <a:solidFill>
                  <a:srgbClr val="080808"/>
                </a:solidFill>
                <a:latin typeface="Times New Roman"/>
                <a:ea typeface="Times New Roman"/>
                <a:cs typeface="Times New Roman"/>
              </a:rPr>
              <a:t>Reconstruct</a:t>
            </a:r>
          </a:p>
        </p:txBody>
      </p:sp>
      <p:sp>
        <p:nvSpPr>
          <p:cNvPr id="45" name="module-37">
            <a:extLst xmlns:a="http://schemas.openxmlformats.org/drawingml/2006/main">
              <a:ext uri="{FF2B5EF4-FFF2-40B4-BE49-F238E27FC236}">
                <a16:creationId xmlns:a16="http://schemas.microsoft.com/office/drawing/2014/main" id="{8CFB51EC-BFE6-4A42-B6A3-A757C51F961B}"/>
              </a:ext>
            </a:extLst>
          </p:cNvPr>
          <p:cNvSpPr>
            <a:spLocks xmlns:a="http://schemas.openxmlformats.org/drawingml/2006/main" noGrp="1"/>
          </p:cNvSpPr>
          <p:nvPr/>
        </p:nvSpPr>
        <p:spPr>
          <a:xfrm xmlns:a="http://schemas.openxmlformats.org/drawingml/2006/main">
            <a:off x="11296650" y="2038350"/>
            <a:ext cx="971550" cy="466725"/>
          </a:xfrm>
          <a:prstGeom xmlns:a="http://schemas.openxmlformats.org/drawingml/2006/main" prst="roundRect">
            <a:avLst>
              <a:gd name="adj" fmla="val 10204"/>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i="0">
                <a:solidFill>
                  <a:srgbClr val="080808"/>
                </a:solidFill>
                <a:latin typeface="Times New Roman"/>
                <a:ea typeface="Times New Roman"/>
                <a:cs typeface="Times New Roman"/>
              </a:defRPr>
            </a:pPr>
            <a:r>
              <a:rPr sz="1650" b="0" i="0">
                <a:solidFill>
                  <a:srgbClr val="080808"/>
                </a:solidFill>
                <a:latin typeface="Times New Roman"/>
                <a:ea typeface="Times New Roman"/>
                <a:cs typeface="Times New Roman"/>
              </a:rPr>
              <a:t>to physical</a:t>
            </a:r>
          </a:p>
          <a:p xmlns:a="http://schemas.openxmlformats.org/drawingml/2006/main">
            <a:pPr algn="ctr">
              <a:defRPr sz="1650" b="0" i="0">
                <a:solidFill>
                  <a:srgbClr val="080808"/>
                </a:solidFill>
                <a:latin typeface="Times New Roman"/>
                <a:ea typeface="Times New Roman"/>
                <a:cs typeface="Times New Roman"/>
              </a:defRPr>
            </a:pPr>
            <a:r>
              <a:rPr sz="1650" b="0" i="0">
                <a:solidFill>
                  <a:srgbClr val="080808"/>
                </a:solidFill>
                <a:latin typeface="Times New Roman"/>
                <a:ea typeface="Times New Roman"/>
                <a:cs typeface="Times New Roman"/>
              </a:rPr>
              <a:t>space</a:t>
            </a:r>
          </a:p>
        </p:txBody>
      </p:sp>
      <p:sp>
        <p:nvSpPr>
          <p:cNvPr id="46" name="module-38">
            <a:extLst xmlns:a="http://schemas.openxmlformats.org/drawingml/2006/main">
              <a:ext uri="{FF2B5EF4-FFF2-40B4-BE49-F238E27FC236}">
                <a16:creationId xmlns:a16="http://schemas.microsoft.com/office/drawing/2014/main" id="{988C48ED-81CB-42FF-9E90-BF370D04321D}"/>
              </a:ext>
            </a:extLst>
          </p:cNvPr>
          <p:cNvSpPr>
            <a:spLocks xmlns:a="http://schemas.openxmlformats.org/drawingml/2006/main" noGrp="1"/>
          </p:cNvSpPr>
          <p:nvPr/>
        </p:nvSpPr>
        <p:spPr>
          <a:xfrm xmlns:a="http://schemas.openxmlformats.org/drawingml/2006/main">
            <a:off x="12611100" y="1343025"/>
            <a:ext cx="1447800" cy="1419225"/>
          </a:xfrm>
          <a:prstGeom xmlns:a="http://schemas.openxmlformats.org/drawingml/2006/main" prst="roundRect">
            <a:avLst>
              <a:gd name="adj" fmla="val 4698"/>
            </a:avLst>
          </a:prstGeom>
          <a:gradFill xmlns:a="http://schemas.openxmlformats.org/drawingml/2006/main">
            <a:gsLst>
              <a:gs pos="0">
                <a:srgbClr val="F4FCF2"/>
              </a:gs>
              <a:gs pos="100000">
                <a:srgbClr val="D9F0D7"/>
              </a:gs>
            </a:gsLst>
            <a:lin ang="1500000"/>
          </a:gradFill>
          <a:ln xmlns:a="http://schemas.openxmlformats.org/drawingml/2006/main" w="11430">
            <a:solidFill>
              <a:srgbClr val="298C32"/>
            </a:solidFill>
            <a:prstDash val="solid"/>
          </a:ln>
        </p:spPr>
      </p:sp>
      <p:sp>
        <p:nvSpPr>
          <p:cNvPr id="47" name="module-39">
            <a:extLst xmlns:a="http://schemas.openxmlformats.org/drawingml/2006/main">
              <a:ext uri="{FF2B5EF4-FFF2-40B4-BE49-F238E27FC236}">
                <a16:creationId xmlns:a16="http://schemas.microsoft.com/office/drawing/2014/main" id="{B456713C-249C-498F-A73D-6ABAECD538E6}"/>
              </a:ext>
            </a:extLst>
          </p:cNvPr>
          <p:cNvSpPr>
            <a:spLocks xmlns:a="http://schemas.openxmlformats.org/drawingml/2006/main" noGrp="1"/>
          </p:cNvSpPr>
          <p:nvPr/>
        </p:nvSpPr>
        <p:spPr>
          <a:xfrm xmlns:a="http://schemas.openxmlformats.org/drawingml/2006/main">
            <a:off x="12706350" y="1476375"/>
            <a:ext cx="1257300" cy="295275"/>
          </a:xfrm>
          <a:prstGeom xmlns:a="http://schemas.openxmlformats.org/drawingml/2006/main" prst="roundRect">
            <a:avLst>
              <a:gd name="adj" fmla="val 16129"/>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1" i="0">
                <a:solidFill>
                  <a:srgbClr val="080808"/>
                </a:solidFill>
                <a:latin typeface="Times New Roman"/>
                <a:ea typeface="Times New Roman"/>
                <a:cs typeface="Times New Roman"/>
              </a:defRPr>
            </a:pPr>
            <a:r>
              <a:rPr sz="2100" b="1" i="0">
                <a:solidFill>
                  <a:srgbClr val="080808"/>
                </a:solidFill>
                <a:latin typeface="Times New Roman"/>
                <a:ea typeface="Times New Roman"/>
                <a:cs typeface="Times New Roman"/>
              </a:rPr>
              <a:t>T2-C</a:t>
            </a:r>
          </a:p>
        </p:txBody>
      </p:sp>
      <p:sp>
        <p:nvSpPr>
          <p:cNvPr id="48" name="module-40">
            <a:extLst xmlns:a="http://schemas.openxmlformats.org/drawingml/2006/main">
              <a:ext uri="{FF2B5EF4-FFF2-40B4-BE49-F238E27FC236}">
                <a16:creationId xmlns:a16="http://schemas.microsoft.com/office/drawing/2014/main" id="{173827AF-BCBD-4201-8344-DE638BE4357C}"/>
              </a:ext>
            </a:extLst>
          </p:cNvPr>
          <p:cNvSpPr>
            <a:spLocks xmlns:a="http://schemas.openxmlformats.org/drawingml/2006/main" noGrp="1"/>
          </p:cNvSpPr>
          <p:nvPr/>
        </p:nvSpPr>
        <p:spPr>
          <a:xfrm xmlns:a="http://schemas.openxmlformats.org/drawingml/2006/main">
            <a:off x="12668250" y="1790700"/>
            <a:ext cx="1333500" cy="466725"/>
          </a:xfrm>
          <a:prstGeom xmlns:a="http://schemas.openxmlformats.org/drawingml/2006/main" prst="roundRect">
            <a:avLst>
              <a:gd name="adj" fmla="val 10204"/>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i="0">
                <a:solidFill>
                  <a:srgbClr val="080808"/>
                </a:solidFill>
                <a:latin typeface="Times New Roman"/>
                <a:ea typeface="Times New Roman"/>
                <a:cs typeface="Times New Roman"/>
              </a:defRPr>
            </a:pPr>
            <a:r>
              <a:rPr sz="1725" b="1" i="0">
                <a:solidFill>
                  <a:srgbClr val="080808"/>
                </a:solidFill>
                <a:latin typeface="Times New Roman"/>
                <a:ea typeface="Times New Roman"/>
                <a:cs typeface="Times New Roman"/>
              </a:rPr>
              <a:t>physical-space</a:t>
            </a:r>
          </a:p>
          <a:p xmlns:a="http://schemas.openxmlformats.org/drawingml/2006/main">
            <a:pPr algn="ctr">
              <a:defRPr sz="1725" b="1" i="0">
                <a:solidFill>
                  <a:srgbClr val="080808"/>
                </a:solidFill>
                <a:latin typeface="Times New Roman"/>
                <a:ea typeface="Times New Roman"/>
                <a:cs typeface="Times New Roman"/>
              </a:defRPr>
            </a:pPr>
            <a:r>
              <a:rPr sz="1725" b="1" i="0">
                <a:solidFill>
                  <a:srgbClr val="080808"/>
                </a:solidFill>
                <a:latin typeface="Times New Roman"/>
                <a:ea typeface="Times New Roman"/>
                <a:cs typeface="Times New Roman"/>
              </a:rPr>
              <a:t>fusion</a:t>
            </a:r>
          </a:p>
        </p:txBody>
      </p:sp>
      <p:sp>
        <p:nvSpPr>
          <p:cNvPr id="49" name="module-41">
            <a:extLst xmlns:a="http://schemas.openxmlformats.org/drawingml/2006/main">
              <a:ext uri="{FF2B5EF4-FFF2-40B4-BE49-F238E27FC236}">
                <a16:creationId xmlns:a16="http://schemas.microsoft.com/office/drawing/2014/main" id="{2F78A1EF-9641-4A07-811B-2EFADD9DFDA0}"/>
              </a:ext>
            </a:extLst>
          </p:cNvPr>
          <p:cNvSpPr>
            <a:spLocks xmlns:a="http://schemas.openxmlformats.org/drawingml/2006/main" noGrp="1"/>
          </p:cNvSpPr>
          <p:nvPr/>
        </p:nvSpPr>
        <p:spPr>
          <a:xfrm xmlns:a="http://schemas.openxmlformats.org/drawingml/2006/main">
            <a:off x="12658725" y="2286000"/>
            <a:ext cx="1352550" cy="323850"/>
          </a:xfrm>
          <a:prstGeom xmlns:a="http://schemas.openxmlformats.org/drawingml/2006/main" prst="roundRect">
            <a:avLst>
              <a:gd name="adj" fmla="val 14706"/>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i="1">
                <a:solidFill>
                  <a:srgbClr val="080808"/>
                </a:solidFill>
                <a:latin typeface="Cambria Math"/>
                <a:ea typeface="Cambria Math"/>
                <a:cs typeface="Cambria Math"/>
              </a:defRPr>
            </a:pPr>
            <a:r>
              <a:rPr sz="1950" b="0" i="1">
                <a:solidFill>
                  <a:srgbClr val="080808"/>
                </a:solidFill>
                <a:latin typeface="Cambria Math"/>
                <a:ea typeface="Cambria Math"/>
                <a:cs typeface="Cambria Math"/>
              </a:rPr>
              <a:t>α(μ̃, π̄, dₙ)</a:t>
            </a:r>
          </a:p>
        </p:txBody>
      </p:sp>
      <p:sp>
        <p:nvSpPr>
          <p:cNvPr id="50" name="module-42">
            <a:extLst xmlns:a="http://schemas.openxmlformats.org/drawingml/2006/main">
              <a:ext uri="{FF2B5EF4-FFF2-40B4-BE49-F238E27FC236}">
                <a16:creationId xmlns:a16="http://schemas.microsoft.com/office/drawing/2014/main" id="{C131C875-2784-4271-B4D6-51C4681E954B}"/>
              </a:ext>
            </a:extLst>
          </p:cNvPr>
          <p:cNvSpPr>
            <a:spLocks xmlns:a="http://schemas.openxmlformats.org/drawingml/2006/main" noGrp="1"/>
          </p:cNvSpPr>
          <p:nvPr/>
        </p:nvSpPr>
        <p:spPr>
          <a:xfrm xmlns:a="http://schemas.openxmlformats.org/drawingml/2006/main">
            <a:off x="14335125" y="1285875"/>
            <a:ext cx="1409700" cy="1562100"/>
          </a:xfrm>
          <a:prstGeom xmlns:a="http://schemas.openxmlformats.org/drawingml/2006/main" prst="roundRect">
            <a:avLst>
              <a:gd name="adj" fmla="val 4730"/>
            </a:avLst>
          </a:prstGeom>
          <a:gradFill xmlns:a="http://schemas.openxmlformats.org/drawingml/2006/main">
            <a:gsLst>
              <a:gs pos="0">
                <a:srgbClr val="FFF5F1"/>
              </a:gs>
              <a:gs pos="100000">
                <a:srgbClr val="FFDFDD"/>
              </a:gs>
            </a:gsLst>
            <a:lin ang="1500000"/>
          </a:gradFill>
          <a:ln xmlns:a="http://schemas.openxmlformats.org/drawingml/2006/main" w="11430">
            <a:solidFill>
              <a:srgbClr val="FF4949"/>
            </a:solidFill>
            <a:prstDash val="solid"/>
          </a:ln>
        </p:spPr>
      </p:sp>
      <p:sp>
        <p:nvSpPr>
          <p:cNvPr id="51" name="module-43">
            <a:extLst xmlns:a="http://schemas.openxmlformats.org/drawingml/2006/main">
              <a:ext uri="{FF2B5EF4-FFF2-40B4-BE49-F238E27FC236}">
                <a16:creationId xmlns:a16="http://schemas.microsoft.com/office/drawing/2014/main" id="{A6944287-9423-4C22-A74D-909E293084D0}"/>
              </a:ext>
            </a:extLst>
          </p:cNvPr>
          <p:cNvSpPr>
            <a:spLocks xmlns:a="http://schemas.openxmlformats.org/drawingml/2006/main" noGrp="1"/>
          </p:cNvSpPr>
          <p:nvPr/>
        </p:nvSpPr>
        <p:spPr>
          <a:xfrm xmlns:a="http://schemas.openxmlformats.org/drawingml/2006/main">
            <a:off x="14411325" y="1352550"/>
            <a:ext cx="1257300" cy="466725"/>
          </a:xfrm>
          <a:prstGeom xmlns:a="http://schemas.openxmlformats.org/drawingml/2006/main" prst="roundRect">
            <a:avLst>
              <a:gd name="adj" fmla="val 10204"/>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080808"/>
                </a:solidFill>
                <a:latin typeface="Times New Roman"/>
                <a:ea typeface="Times New Roman"/>
                <a:cs typeface="Times New Roman"/>
              </a:defRPr>
            </a:pPr>
            <a:r>
              <a:rPr sz="1650" b="1" i="0">
                <a:solidFill>
                  <a:srgbClr val="080808"/>
                </a:solidFill>
                <a:latin typeface="Times New Roman"/>
                <a:ea typeface="Times New Roman"/>
                <a:cs typeface="Times New Roman"/>
              </a:rPr>
              <a:t>Predicted</a:t>
            </a:r>
          </a:p>
          <a:p xmlns:a="http://schemas.openxmlformats.org/drawingml/2006/main">
            <a:pPr algn="ctr">
              <a:defRPr sz="1650" b="1" i="0">
                <a:solidFill>
                  <a:srgbClr val="080808"/>
                </a:solidFill>
                <a:latin typeface="Times New Roman"/>
                <a:ea typeface="Times New Roman"/>
                <a:cs typeface="Times New Roman"/>
              </a:defRPr>
            </a:pPr>
            <a:r>
              <a:rPr sz="1650" b="1" i="0">
                <a:solidFill>
                  <a:srgbClr val="080808"/>
                </a:solidFill>
                <a:latin typeface="Times New Roman"/>
                <a:ea typeface="Times New Roman"/>
                <a:cs typeface="Times New Roman"/>
              </a:rPr>
              <a:t>physical fields</a:t>
            </a:r>
          </a:p>
        </p:txBody>
      </p:sp>
      <p:sp>
        <p:nvSpPr>
          <p:cNvPr id="52" name="module-44">
            <a:extLst xmlns:a="http://schemas.openxmlformats.org/drawingml/2006/main">
              <a:ext uri="{FF2B5EF4-FFF2-40B4-BE49-F238E27FC236}">
                <a16:creationId xmlns:a16="http://schemas.microsoft.com/office/drawing/2014/main" id="{C3E1D52B-44E7-4696-BCDB-7EF70F194281}"/>
              </a:ext>
            </a:extLst>
          </p:cNvPr>
          <p:cNvSpPr>
            <a:spLocks xmlns:a="http://schemas.openxmlformats.org/drawingml/2006/main" noGrp="1"/>
          </p:cNvSpPr>
          <p:nvPr/>
        </p:nvSpPr>
        <p:spPr>
          <a:xfrm xmlns:a="http://schemas.openxmlformats.org/drawingml/2006/main">
            <a:off x="14392275" y="1895475"/>
            <a:ext cx="1295400" cy="295275"/>
          </a:xfrm>
          <a:prstGeom xmlns:a="http://schemas.openxmlformats.org/drawingml/2006/main" prst="roundRect">
            <a:avLst>
              <a:gd name="adj" fmla="val 16129"/>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i="1">
                <a:solidFill>
                  <a:srgbClr val="080808"/>
                </a:solidFill>
                <a:latin typeface="Cambria Math"/>
                <a:ea typeface="Cambria Math"/>
                <a:cs typeface="Cambria Math"/>
              </a:defRPr>
            </a:pPr>
            <a:r>
              <a:rPr sz="1950" b="0" i="1">
                <a:solidFill>
                  <a:srgbClr val="080808"/>
                </a:solidFill>
                <a:latin typeface="Cambria Math"/>
                <a:ea typeface="Cambria Math"/>
                <a:cs typeface="Cambria Math"/>
              </a:rPr>
              <a:t>û(t), p̂°(t)</a:t>
            </a:r>
          </a:p>
        </p:txBody>
      </p:sp>
      <p:pic>
        <p:nvPicPr>
          <p:cNvPr id="288" name=""/>
          <p:cNvPicPr>
            <a:picLocks xmlns:a="http://schemas.openxmlformats.org/drawingml/2006/main" noChangeAspect="1"/>
          </p:cNvPicPr>
          <p:nvPr/>
        </p:nvPicPr>
        <p:blipFill>
          <a:blip xmlns:r="http://schemas.openxmlformats.org/officeDocument/2006/relationships" xmlns:a="http://schemas.openxmlformats.org/drawingml/2006/main" r:embed="R2c6bdd7bd5fb4337"/>
          <a:srcRect xmlns:a="http://schemas.openxmlformats.org/drawingml/2006/main" l="90490" t="24973" r="1615" b="69075"/>
          <a:stretch xmlns:a="http://schemas.openxmlformats.org/drawingml/2006/main"/>
        </p:blipFill>
        <p:spPr>
          <a:xfrm xmlns:a="http://schemas.openxmlformats.org/drawingml/2006/main">
            <a:off x="14411325" y="2238375"/>
            <a:ext cx="1257300" cy="533400"/>
          </a:xfrm>
          <a:prstGeom xmlns:a="http://schemas.openxmlformats.org/drawingml/2006/main" prst="rect">
            <a:avLst/>
          </a:prstGeom>
        </p:spPr>
      </p:pic>
      <p:sp>
        <p:nvSpPr>
          <p:cNvPr id="54" name="module-45">
            <a:extLst xmlns:a="http://schemas.openxmlformats.org/drawingml/2006/main">
              <a:ext uri="{FF2B5EF4-FFF2-40B4-BE49-F238E27FC236}">
                <a16:creationId xmlns:a16="http://schemas.microsoft.com/office/drawing/2014/main" id="{E85B7020-0493-409B-A9CC-F6AEB4AA15DF}"/>
              </a:ext>
            </a:extLst>
          </p:cNvPr>
          <p:cNvSpPr>
            <a:spLocks xmlns:a="http://schemas.openxmlformats.org/drawingml/2006/main" noGrp="1"/>
          </p:cNvSpPr>
          <p:nvPr/>
        </p:nvSpPr>
        <p:spPr>
          <a:xfrm xmlns:a="http://schemas.openxmlformats.org/drawingml/2006/main">
            <a:off x="228600" y="4019550"/>
            <a:ext cx="3448050" cy="676275"/>
          </a:xfrm>
          <a:prstGeom xmlns:a="http://schemas.openxmlformats.org/drawingml/2006/main" prst="roundRect">
            <a:avLst>
              <a:gd name="adj" fmla="val 9859"/>
            </a:avLst>
          </a:prstGeom>
          <a:gradFill xmlns:a="http://schemas.openxmlformats.org/drawingml/2006/main">
            <a:gsLst>
              <a:gs pos="0">
                <a:srgbClr val="EFF8FF"/>
              </a:gs>
              <a:gs pos="100000">
                <a:srgbClr val="CEE5F8"/>
              </a:gs>
            </a:gsLst>
            <a:lin ang="1500000"/>
          </a:gradFill>
          <a:ln xmlns:a="http://schemas.openxmlformats.org/drawingml/2006/main" w="11430">
            <a:solidFill>
              <a:srgbClr val="0086FF"/>
            </a:solidFill>
            <a:prstDash val="solid"/>
          </a:ln>
        </p:spPr>
      </p:sp>
      <p:sp>
        <p:nvSpPr>
          <p:cNvPr id="55" name="module-46">
            <a:extLst xmlns:a="http://schemas.openxmlformats.org/drawingml/2006/main">
              <a:ext uri="{FF2B5EF4-FFF2-40B4-BE49-F238E27FC236}">
                <a16:creationId xmlns:a16="http://schemas.microsoft.com/office/drawing/2014/main" id="{1335BED0-C3A4-4606-9DB3-6B9C11875699}"/>
              </a:ext>
            </a:extLst>
          </p:cNvPr>
          <p:cNvSpPr>
            <a:spLocks xmlns:a="http://schemas.openxmlformats.org/drawingml/2006/main" noGrp="1"/>
          </p:cNvSpPr>
          <p:nvPr/>
        </p:nvSpPr>
        <p:spPr>
          <a:xfrm xmlns:a="http://schemas.openxmlformats.org/drawingml/2006/main">
            <a:off x="361950" y="4095750"/>
            <a:ext cx="3181350" cy="285750"/>
          </a:xfrm>
          <a:prstGeom xmlns:a="http://schemas.openxmlformats.org/drawingml/2006/main" prst="roundRect">
            <a:avLst>
              <a:gd name="adj" fmla="val 16667"/>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i="0">
                <a:solidFill>
                  <a:srgbClr val="080808"/>
                </a:solidFill>
                <a:latin typeface="Times New Roman"/>
                <a:ea typeface="Times New Roman"/>
                <a:cs typeface="Times New Roman"/>
              </a:defRPr>
            </a:pPr>
            <a:r>
              <a:rPr sz="1875" b="1" i="0">
                <a:solidFill>
                  <a:srgbClr val="080808"/>
                </a:solidFill>
                <a:latin typeface="Times New Roman"/>
                <a:ea typeface="Times New Roman"/>
                <a:cs typeface="Times New Roman"/>
              </a:rPr>
              <a:t>Physical history ℋₙ</a:t>
            </a:r>
          </a:p>
        </p:txBody>
      </p:sp>
      <p:sp>
        <p:nvSpPr>
          <p:cNvPr id="56" name="module-47">
            <a:extLst xmlns:a="http://schemas.openxmlformats.org/drawingml/2006/main">
              <a:ext uri="{FF2B5EF4-FFF2-40B4-BE49-F238E27FC236}">
                <a16:creationId xmlns:a16="http://schemas.microsoft.com/office/drawing/2014/main" id="{6494033A-50DB-4291-930F-C7CFFCCEC349}"/>
              </a:ext>
            </a:extLst>
          </p:cNvPr>
          <p:cNvSpPr>
            <a:spLocks xmlns:a="http://schemas.openxmlformats.org/drawingml/2006/main" noGrp="1"/>
          </p:cNvSpPr>
          <p:nvPr/>
        </p:nvSpPr>
        <p:spPr>
          <a:xfrm xmlns:a="http://schemas.openxmlformats.org/drawingml/2006/main">
            <a:off x="314325" y="4391025"/>
            <a:ext cx="3276600" cy="257175"/>
          </a:xfrm>
          <a:prstGeom xmlns:a="http://schemas.openxmlformats.org/drawingml/2006/main" prst="roundRect">
            <a:avLst>
              <a:gd name="adj" fmla="val 18519"/>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1">
                <a:solidFill>
                  <a:srgbClr val="080808"/>
                </a:solidFill>
                <a:latin typeface="Times New Roman"/>
                <a:ea typeface="Times New Roman"/>
                <a:cs typeface="Times New Roman"/>
              </a:defRPr>
            </a:pPr>
            <a:r>
              <a:rPr sz="1575" b="0" i="1">
                <a:solidFill>
                  <a:srgbClr val="080808"/>
                </a:solidFill>
                <a:latin typeface="Times New Roman"/>
                <a:ea typeface="Times New Roman"/>
                <a:cs typeface="Times New Roman"/>
              </a:rPr>
              <a:t>(initialization for selected specialist(s))</a:t>
            </a:r>
          </a:p>
        </p:txBody>
      </p:sp>
      <p:sp>
        <p:nvSpPr>
          <p:cNvPr id="57" name="module-48">
            <a:extLst xmlns:a="http://schemas.openxmlformats.org/drawingml/2006/main">
              <a:ext uri="{FF2B5EF4-FFF2-40B4-BE49-F238E27FC236}">
                <a16:creationId xmlns:a16="http://schemas.microsoft.com/office/drawing/2014/main" id="{A1D3441A-EA17-4C54-A4E5-86AD8B816278}"/>
              </a:ext>
            </a:extLst>
          </p:cNvPr>
          <p:cNvSpPr>
            <a:spLocks xmlns:a="http://schemas.openxmlformats.org/drawingml/2006/main" noGrp="1"/>
          </p:cNvSpPr>
          <p:nvPr/>
        </p:nvSpPr>
        <p:spPr>
          <a:xfrm xmlns:a="http://schemas.openxmlformats.org/drawingml/2006/main">
            <a:off x="12325350" y="3971925"/>
            <a:ext cx="1962150" cy="733425"/>
          </a:xfrm>
          <a:prstGeom xmlns:a="http://schemas.openxmlformats.org/drawingml/2006/main" prst="roundRect">
            <a:avLst>
              <a:gd name="adj" fmla="val 9091"/>
            </a:avLst>
          </a:prstGeom>
          <a:gradFill xmlns:a="http://schemas.openxmlformats.org/drawingml/2006/main">
            <a:gsLst>
              <a:gs pos="0">
                <a:srgbClr val="EFF8FF"/>
              </a:gs>
              <a:gs pos="100000">
                <a:srgbClr val="CEE5F8"/>
              </a:gs>
            </a:gsLst>
            <a:lin ang="1500000"/>
          </a:gradFill>
          <a:ln xmlns:a="http://schemas.openxmlformats.org/drawingml/2006/main" w="11430">
            <a:solidFill>
              <a:srgbClr val="0086FF"/>
            </a:solidFill>
            <a:prstDash val="solid"/>
          </a:ln>
        </p:spPr>
      </p:sp>
      <p:sp>
        <p:nvSpPr>
          <p:cNvPr id="58" name="module-49">
            <a:extLst xmlns:a="http://schemas.openxmlformats.org/drawingml/2006/main">
              <a:ext uri="{FF2B5EF4-FFF2-40B4-BE49-F238E27FC236}">
                <a16:creationId xmlns:a16="http://schemas.microsoft.com/office/drawing/2014/main" id="{2587CA1A-5AAC-4534-95B3-3CCE7591166A}"/>
              </a:ext>
            </a:extLst>
          </p:cNvPr>
          <p:cNvSpPr>
            <a:spLocks xmlns:a="http://schemas.openxmlformats.org/drawingml/2006/main" noGrp="1"/>
          </p:cNvSpPr>
          <p:nvPr/>
        </p:nvSpPr>
        <p:spPr>
          <a:xfrm xmlns:a="http://schemas.openxmlformats.org/drawingml/2006/main">
            <a:off x="12392025" y="4076700"/>
            <a:ext cx="1819275" cy="266700"/>
          </a:xfrm>
          <a:prstGeom xmlns:a="http://schemas.openxmlformats.org/drawingml/2006/main" prst="roundRect">
            <a:avLst>
              <a:gd name="adj" fmla="val 17857"/>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i="0">
                <a:solidFill>
                  <a:srgbClr val="080808"/>
                </a:solidFill>
                <a:latin typeface="Times New Roman"/>
                <a:ea typeface="Times New Roman"/>
                <a:cs typeface="Times New Roman"/>
              </a:defRPr>
            </a:pPr>
            <a:r>
              <a:rPr sz="1725" b="1" i="0">
                <a:solidFill>
                  <a:srgbClr val="080808"/>
                </a:solidFill>
                <a:latin typeface="Times New Roman"/>
                <a:ea typeface="Times New Roman"/>
                <a:cs typeface="Times New Roman"/>
              </a:rPr>
              <a:t>Chart-independent</a:t>
            </a:r>
          </a:p>
        </p:txBody>
      </p:sp>
      <p:sp>
        <p:nvSpPr>
          <p:cNvPr id="59" name="module-50">
            <a:extLst xmlns:a="http://schemas.openxmlformats.org/drawingml/2006/main">
              <a:ext uri="{FF2B5EF4-FFF2-40B4-BE49-F238E27FC236}">
                <a16:creationId xmlns:a16="http://schemas.microsoft.com/office/drawing/2014/main" id="{86DFF7C9-D38C-45CC-AC41-45BE01EC4AD7}"/>
              </a:ext>
            </a:extLst>
          </p:cNvPr>
          <p:cNvSpPr>
            <a:spLocks xmlns:a="http://schemas.openxmlformats.org/drawingml/2006/main" noGrp="1"/>
          </p:cNvSpPr>
          <p:nvPr/>
        </p:nvSpPr>
        <p:spPr>
          <a:xfrm xmlns:a="http://schemas.openxmlformats.org/drawingml/2006/main">
            <a:off x="12392025" y="4333875"/>
            <a:ext cx="1819275" cy="276225"/>
          </a:xfrm>
          <a:prstGeom xmlns:a="http://schemas.openxmlformats.org/drawingml/2006/main" prst="roundRect">
            <a:avLst>
              <a:gd name="adj" fmla="val 17241"/>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i="0">
                <a:solidFill>
                  <a:srgbClr val="080808"/>
                </a:solidFill>
                <a:latin typeface="Times New Roman"/>
                <a:ea typeface="Times New Roman"/>
                <a:cs typeface="Times New Roman"/>
              </a:defRPr>
            </a:pPr>
            <a:r>
              <a:rPr sz="1800" b="1" i="0">
                <a:solidFill>
                  <a:srgbClr val="080808"/>
                </a:solidFill>
                <a:latin typeface="Times New Roman"/>
                <a:ea typeface="Times New Roman"/>
                <a:cs typeface="Times New Roman"/>
              </a:rPr>
              <a:t>descriptor dₙ</a:t>
            </a:r>
          </a:p>
        </p:txBody>
      </p:sp>
      <p:sp>
        <p:nvSpPr>
          <p:cNvPr id="60" name="module-51">
            <a:extLst xmlns:a="http://schemas.openxmlformats.org/drawingml/2006/main">
              <a:ext uri="{FF2B5EF4-FFF2-40B4-BE49-F238E27FC236}">
                <a16:creationId xmlns:a16="http://schemas.microsoft.com/office/drawing/2014/main" id="{BFF51FAE-9335-44E9-A8DB-6EF9B1573630}"/>
              </a:ext>
            </a:extLst>
          </p:cNvPr>
          <p:cNvSpPr>
            <a:spLocks xmlns:a="http://schemas.openxmlformats.org/drawingml/2006/main" noGrp="1"/>
          </p:cNvSpPr>
          <p:nvPr/>
        </p:nvSpPr>
        <p:spPr>
          <a:xfrm xmlns:a="http://schemas.openxmlformats.org/drawingml/2006/main">
            <a:off x="1533049" y="16378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61" name="module-52">
            <a:extLst xmlns:a="http://schemas.openxmlformats.org/drawingml/2006/main">
              <a:ext uri="{FF2B5EF4-FFF2-40B4-BE49-F238E27FC236}">
                <a16:creationId xmlns:a16="http://schemas.microsoft.com/office/drawing/2014/main" id="{FE4C5508-AF50-4169-962B-95C60A888CEF}"/>
              </a:ext>
            </a:extLst>
          </p:cNvPr>
          <p:cNvSpPr>
            <a:spLocks xmlns:a="http://schemas.openxmlformats.org/drawingml/2006/main" noGrp="1"/>
          </p:cNvSpPr>
          <p:nvPr/>
        </p:nvSpPr>
        <p:spPr>
          <a:xfrm xmlns:a="http://schemas.openxmlformats.org/drawingml/2006/main">
            <a:off x="1923574" y="16378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297" name=""/>
          <p:cNvCxnSpPr>
            <a:stCxn xmlns:a="http://schemas.openxmlformats.org/drawingml/2006/main" id="60" idx="3"/>
            <a:endCxn xmlns:a="http://schemas.openxmlformats.org/drawingml/2006/main" id="61" idx="1"/>
          </p:cNvCxnSpPr>
          <p:nvPr/>
        </p:nvCxnSpPr>
        <p:spPr>
          <a:xfrm xmlns:a="http://schemas.openxmlformats.org/drawingml/2006/main">
            <a:off x="1534002" y="1638301"/>
            <a:ext cx="389572" cy="0"/>
          </a:xfrm>
          <a:prstGeom xmlns:a="http://schemas.openxmlformats.org/drawingml/2006/main" prst="straightConnector1">
            <a:avLst/>
          </a:prstGeom>
          <a:ln xmlns:a="http://schemas.openxmlformats.org/drawingml/2006/main" w="19050">
            <a:solidFill>
              <a:srgbClr val="111111"/>
            </a:solidFill>
            <a:prstDash val="solid"/>
            <a:tailEnd type="triangle" w="med" len="med"/>
          </a:ln>
        </p:spPr>
      </p:cxnSp>
      <p:sp>
        <p:nvSpPr>
          <p:cNvPr id="63" name="module-53">
            <a:extLst xmlns:a="http://schemas.openxmlformats.org/drawingml/2006/main">
              <a:ext uri="{FF2B5EF4-FFF2-40B4-BE49-F238E27FC236}">
                <a16:creationId xmlns:a16="http://schemas.microsoft.com/office/drawing/2014/main" id="{8A844616-D99A-4D78-9757-8060EF78EFD2}"/>
              </a:ext>
            </a:extLst>
          </p:cNvPr>
          <p:cNvSpPr>
            <a:spLocks xmlns:a="http://schemas.openxmlformats.org/drawingml/2006/main" noGrp="1"/>
          </p:cNvSpPr>
          <p:nvPr/>
        </p:nvSpPr>
        <p:spPr>
          <a:xfrm xmlns:a="http://schemas.openxmlformats.org/drawingml/2006/main">
            <a:off x="3447574" y="14854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64" name="module-54">
            <a:extLst xmlns:a="http://schemas.openxmlformats.org/drawingml/2006/main">
              <a:ext uri="{FF2B5EF4-FFF2-40B4-BE49-F238E27FC236}">
                <a16:creationId xmlns:a16="http://schemas.microsoft.com/office/drawing/2014/main" id="{9CD3C053-0D9F-4091-96BB-8811F539FFBD}"/>
              </a:ext>
            </a:extLst>
          </p:cNvPr>
          <p:cNvSpPr>
            <a:spLocks xmlns:a="http://schemas.openxmlformats.org/drawingml/2006/main" noGrp="1"/>
          </p:cNvSpPr>
          <p:nvPr/>
        </p:nvSpPr>
        <p:spPr>
          <a:xfrm xmlns:a="http://schemas.openxmlformats.org/drawingml/2006/main">
            <a:off x="4104799" y="14854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300" name=""/>
          <p:cNvCxnSpPr>
            <a:stCxn xmlns:a="http://schemas.openxmlformats.org/drawingml/2006/main" id="63" idx="3"/>
            <a:endCxn xmlns:a="http://schemas.openxmlformats.org/drawingml/2006/main" id="64" idx="1"/>
          </p:cNvCxnSpPr>
          <p:nvPr/>
        </p:nvCxnSpPr>
        <p:spPr>
          <a:xfrm xmlns:a="http://schemas.openxmlformats.org/drawingml/2006/main">
            <a:off x="3448527" y="1485901"/>
            <a:ext cx="656272" cy="0"/>
          </a:xfrm>
          <a:prstGeom xmlns:a="http://schemas.openxmlformats.org/drawingml/2006/main" prst="straightConnector1">
            <a:avLst/>
          </a:prstGeom>
          <a:ln xmlns:a="http://schemas.openxmlformats.org/drawingml/2006/main" w="19050">
            <a:solidFill>
              <a:srgbClr val="111111"/>
            </a:solidFill>
            <a:prstDash val="solid"/>
            <a:tailEnd type="triangle" w="med" len="med"/>
          </a:ln>
        </p:spPr>
      </p:cxnSp>
      <p:sp>
        <p:nvSpPr>
          <p:cNvPr id="66" name="module-55">
            <a:extLst xmlns:a="http://schemas.openxmlformats.org/drawingml/2006/main">
              <a:ext uri="{FF2B5EF4-FFF2-40B4-BE49-F238E27FC236}">
                <a16:creationId xmlns:a16="http://schemas.microsoft.com/office/drawing/2014/main" id="{60CE8CEA-757B-4387-948C-CC65A455393B}"/>
              </a:ext>
            </a:extLst>
          </p:cNvPr>
          <p:cNvSpPr>
            <a:spLocks xmlns:a="http://schemas.openxmlformats.org/drawingml/2006/main" noGrp="1"/>
          </p:cNvSpPr>
          <p:nvPr/>
        </p:nvSpPr>
        <p:spPr>
          <a:xfrm xmlns:a="http://schemas.openxmlformats.org/drawingml/2006/main">
            <a:off x="6705124" y="14854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67" name="module-56">
            <a:extLst xmlns:a="http://schemas.openxmlformats.org/drawingml/2006/main">
              <a:ext uri="{FF2B5EF4-FFF2-40B4-BE49-F238E27FC236}">
                <a16:creationId xmlns:a16="http://schemas.microsoft.com/office/drawing/2014/main" id="{64B0FD07-A55C-412B-8345-38F2801228A7}"/>
              </a:ext>
            </a:extLst>
          </p:cNvPr>
          <p:cNvSpPr>
            <a:spLocks xmlns:a="http://schemas.openxmlformats.org/drawingml/2006/main" noGrp="1"/>
          </p:cNvSpPr>
          <p:nvPr/>
        </p:nvSpPr>
        <p:spPr>
          <a:xfrm xmlns:a="http://schemas.openxmlformats.org/drawingml/2006/main">
            <a:off x="7171849" y="14854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303" name=""/>
          <p:cNvCxnSpPr>
            <a:stCxn xmlns:a="http://schemas.openxmlformats.org/drawingml/2006/main" id="66" idx="3"/>
            <a:endCxn xmlns:a="http://schemas.openxmlformats.org/drawingml/2006/main" id="67" idx="1"/>
          </p:cNvCxnSpPr>
          <p:nvPr/>
        </p:nvCxnSpPr>
        <p:spPr>
          <a:xfrm xmlns:a="http://schemas.openxmlformats.org/drawingml/2006/main">
            <a:off x="6706077" y="1485901"/>
            <a:ext cx="465772" cy="0"/>
          </a:xfrm>
          <a:prstGeom xmlns:a="http://schemas.openxmlformats.org/drawingml/2006/main" prst="straightConnector1">
            <a:avLst/>
          </a:prstGeom>
          <a:ln xmlns:a="http://schemas.openxmlformats.org/drawingml/2006/main" w="19050">
            <a:solidFill>
              <a:srgbClr val="111111"/>
            </a:solidFill>
            <a:prstDash val="solid"/>
            <a:tailEnd type="triangle" w="med" len="med"/>
          </a:ln>
        </p:spPr>
      </p:cxnSp>
      <p:sp>
        <p:nvSpPr>
          <p:cNvPr id="69" name="module-57">
            <a:extLst xmlns:a="http://schemas.openxmlformats.org/drawingml/2006/main">
              <a:ext uri="{FF2B5EF4-FFF2-40B4-BE49-F238E27FC236}">
                <a16:creationId xmlns:a16="http://schemas.microsoft.com/office/drawing/2014/main" id="{3B47E8ED-4D98-4BBD-B305-046BBFC83108}"/>
              </a:ext>
            </a:extLst>
          </p:cNvPr>
          <p:cNvSpPr>
            <a:spLocks xmlns:a="http://schemas.openxmlformats.org/drawingml/2006/main" noGrp="1"/>
          </p:cNvSpPr>
          <p:nvPr/>
        </p:nvSpPr>
        <p:spPr>
          <a:xfrm xmlns:a="http://schemas.openxmlformats.org/drawingml/2006/main">
            <a:off x="4371499" y="22188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70" name="module-58">
            <a:extLst xmlns:a="http://schemas.openxmlformats.org/drawingml/2006/main">
              <a:ext uri="{FF2B5EF4-FFF2-40B4-BE49-F238E27FC236}">
                <a16:creationId xmlns:a16="http://schemas.microsoft.com/office/drawing/2014/main" id="{95EACB83-7B80-41D7-8C94-77D2AD0FAA6C}"/>
              </a:ext>
            </a:extLst>
          </p:cNvPr>
          <p:cNvSpPr>
            <a:spLocks xmlns:a="http://schemas.openxmlformats.org/drawingml/2006/main" noGrp="1"/>
          </p:cNvSpPr>
          <p:nvPr/>
        </p:nvSpPr>
        <p:spPr>
          <a:xfrm xmlns:a="http://schemas.openxmlformats.org/drawingml/2006/main">
            <a:off x="4476274" y="188547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306" name=""/>
          <p:cNvCxnSpPr>
            <a:stCxn xmlns:a="http://schemas.openxmlformats.org/drawingml/2006/main" id="69" idx="3"/>
            <a:endCxn xmlns:a="http://schemas.openxmlformats.org/drawingml/2006/main" id="70" idx="1"/>
          </p:cNvCxnSpPr>
          <p:nvPr/>
        </p:nvCxnSpPr>
        <p:spPr>
          <a:xfrm xmlns:a="http://schemas.openxmlformats.org/drawingml/2006/main" flipV="1">
            <a:off x="4372452" y="1885951"/>
            <a:ext cx="103822" cy="333375"/>
          </a:xfrm>
          <a:prstGeom xmlns:a="http://schemas.openxmlformats.org/drawingml/2006/main" prst="straightConnector1">
            <a:avLst/>
          </a:prstGeom>
          <a:ln xmlns:a="http://schemas.openxmlformats.org/drawingml/2006/main" w="14288">
            <a:solidFill>
              <a:srgbClr val="929AA1"/>
            </a:solidFill>
            <a:prstDash val="solid"/>
            <a:tailEnd type="triangle" w="med" len="med"/>
          </a:ln>
        </p:spPr>
      </p:cxnSp>
      <p:sp>
        <p:nvSpPr>
          <p:cNvPr id="72" name="module-59">
            <a:extLst xmlns:a="http://schemas.openxmlformats.org/drawingml/2006/main">
              <a:ext uri="{FF2B5EF4-FFF2-40B4-BE49-F238E27FC236}">
                <a16:creationId xmlns:a16="http://schemas.microsoft.com/office/drawing/2014/main" id="{10A1316F-A7E8-4026-B0E2-902E625C9197}"/>
              </a:ext>
            </a:extLst>
          </p:cNvPr>
          <p:cNvSpPr>
            <a:spLocks xmlns:a="http://schemas.openxmlformats.org/drawingml/2006/main" noGrp="1"/>
          </p:cNvSpPr>
          <p:nvPr/>
        </p:nvSpPr>
        <p:spPr>
          <a:xfrm xmlns:a="http://schemas.openxmlformats.org/drawingml/2006/main">
            <a:off x="5238274" y="22188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73" name="module-60">
            <a:extLst xmlns:a="http://schemas.openxmlformats.org/drawingml/2006/main">
              <a:ext uri="{FF2B5EF4-FFF2-40B4-BE49-F238E27FC236}">
                <a16:creationId xmlns:a16="http://schemas.microsoft.com/office/drawing/2014/main" id="{E941C88F-E875-4FDB-9C51-6438E1B6322C}"/>
              </a:ext>
            </a:extLst>
          </p:cNvPr>
          <p:cNvSpPr>
            <a:spLocks xmlns:a="http://schemas.openxmlformats.org/drawingml/2006/main" noGrp="1"/>
          </p:cNvSpPr>
          <p:nvPr/>
        </p:nvSpPr>
        <p:spPr>
          <a:xfrm xmlns:a="http://schemas.openxmlformats.org/drawingml/2006/main">
            <a:off x="5304949" y="188547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309" name=""/>
          <p:cNvCxnSpPr>
            <a:stCxn xmlns:a="http://schemas.openxmlformats.org/drawingml/2006/main" id="72" idx="3"/>
            <a:endCxn xmlns:a="http://schemas.openxmlformats.org/drawingml/2006/main" id="73" idx="1"/>
          </p:cNvCxnSpPr>
          <p:nvPr/>
        </p:nvCxnSpPr>
        <p:spPr>
          <a:xfrm xmlns:a="http://schemas.openxmlformats.org/drawingml/2006/main" flipV="1">
            <a:off x="5239227" y="1885951"/>
            <a:ext cx="65722" cy="333375"/>
          </a:xfrm>
          <a:prstGeom xmlns:a="http://schemas.openxmlformats.org/drawingml/2006/main" prst="straightConnector1">
            <a:avLst/>
          </a:prstGeom>
          <a:ln xmlns:a="http://schemas.openxmlformats.org/drawingml/2006/main" w="14288">
            <a:solidFill>
              <a:srgbClr val="929AA1"/>
            </a:solidFill>
            <a:prstDash val="solid"/>
            <a:tailEnd type="triangle" w="med" len="med"/>
          </a:ln>
        </p:spPr>
      </p:cxnSp>
      <p:sp>
        <p:nvSpPr>
          <p:cNvPr id="75" name="module-61">
            <a:extLst xmlns:a="http://schemas.openxmlformats.org/drawingml/2006/main">
              <a:ext uri="{FF2B5EF4-FFF2-40B4-BE49-F238E27FC236}">
                <a16:creationId xmlns:a16="http://schemas.microsoft.com/office/drawing/2014/main" id="{C6F094BF-D838-4DD9-9830-259E4013A157}"/>
              </a:ext>
            </a:extLst>
          </p:cNvPr>
          <p:cNvSpPr>
            <a:spLocks xmlns:a="http://schemas.openxmlformats.org/drawingml/2006/main" noGrp="1"/>
          </p:cNvSpPr>
          <p:nvPr/>
        </p:nvSpPr>
        <p:spPr>
          <a:xfrm xmlns:a="http://schemas.openxmlformats.org/drawingml/2006/main">
            <a:off x="6324124" y="22188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76" name="module-62">
            <a:extLst xmlns:a="http://schemas.openxmlformats.org/drawingml/2006/main">
              <a:ext uri="{FF2B5EF4-FFF2-40B4-BE49-F238E27FC236}">
                <a16:creationId xmlns:a16="http://schemas.microsoft.com/office/drawing/2014/main" id="{D2F49908-6420-4E07-A177-E893994BE7ED}"/>
              </a:ext>
            </a:extLst>
          </p:cNvPr>
          <p:cNvSpPr>
            <a:spLocks xmlns:a="http://schemas.openxmlformats.org/drawingml/2006/main" noGrp="1"/>
          </p:cNvSpPr>
          <p:nvPr/>
        </p:nvSpPr>
        <p:spPr>
          <a:xfrm xmlns:a="http://schemas.openxmlformats.org/drawingml/2006/main">
            <a:off x="6276499" y="188547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312" name=""/>
          <p:cNvCxnSpPr>
            <a:stCxn xmlns:a="http://schemas.openxmlformats.org/drawingml/2006/main" id="75" idx="3"/>
            <a:endCxn xmlns:a="http://schemas.openxmlformats.org/drawingml/2006/main" id="76" idx="1"/>
          </p:cNvCxnSpPr>
          <p:nvPr/>
        </p:nvCxnSpPr>
        <p:spPr>
          <a:xfrm xmlns:a="http://schemas.openxmlformats.org/drawingml/2006/main" flipH="1" flipV="1">
            <a:off x="6276499" y="1885951"/>
            <a:ext cx="48578" cy="333375"/>
          </a:xfrm>
          <a:prstGeom xmlns:a="http://schemas.openxmlformats.org/drawingml/2006/main" prst="straightConnector1">
            <a:avLst/>
          </a:prstGeom>
          <a:ln xmlns:a="http://schemas.openxmlformats.org/drawingml/2006/main" w="14288">
            <a:solidFill>
              <a:srgbClr val="929AA1"/>
            </a:solidFill>
            <a:prstDash val="solid"/>
            <a:tailEnd type="triangle" w="med" len="med"/>
          </a:ln>
        </p:spPr>
      </p:cxnSp>
      <p:sp>
        <p:nvSpPr>
          <p:cNvPr id="78" name="module-63">
            <a:extLst xmlns:a="http://schemas.openxmlformats.org/drawingml/2006/main">
              <a:ext uri="{FF2B5EF4-FFF2-40B4-BE49-F238E27FC236}">
                <a16:creationId xmlns:a16="http://schemas.microsoft.com/office/drawing/2014/main" id="{A6ED6B14-3CA4-49E3-9940-25FD98E44A1A}"/>
              </a:ext>
            </a:extLst>
          </p:cNvPr>
          <p:cNvSpPr>
            <a:spLocks xmlns:a="http://schemas.openxmlformats.org/drawingml/2006/main" noGrp="1"/>
          </p:cNvSpPr>
          <p:nvPr/>
        </p:nvSpPr>
        <p:spPr>
          <a:xfrm xmlns:a="http://schemas.openxmlformats.org/drawingml/2006/main">
            <a:off x="9467374" y="21045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79" name="module-64">
            <a:extLst xmlns:a="http://schemas.openxmlformats.org/drawingml/2006/main">
              <a:ext uri="{FF2B5EF4-FFF2-40B4-BE49-F238E27FC236}">
                <a16:creationId xmlns:a16="http://schemas.microsoft.com/office/drawing/2014/main" id="{A40D5230-DD4E-4AFB-AFF9-879BCD76B9D6}"/>
              </a:ext>
            </a:extLst>
          </p:cNvPr>
          <p:cNvSpPr>
            <a:spLocks xmlns:a="http://schemas.openxmlformats.org/drawingml/2006/main" noGrp="1"/>
          </p:cNvSpPr>
          <p:nvPr/>
        </p:nvSpPr>
        <p:spPr>
          <a:xfrm xmlns:a="http://schemas.openxmlformats.org/drawingml/2006/main">
            <a:off x="9743599" y="21045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315" name=""/>
          <p:cNvCxnSpPr>
            <a:stCxn xmlns:a="http://schemas.openxmlformats.org/drawingml/2006/main" id="78" idx="3"/>
            <a:endCxn xmlns:a="http://schemas.openxmlformats.org/drawingml/2006/main" id="79" idx="1"/>
          </p:cNvCxnSpPr>
          <p:nvPr/>
        </p:nvCxnSpPr>
        <p:spPr>
          <a:xfrm xmlns:a="http://schemas.openxmlformats.org/drawingml/2006/main">
            <a:off x="9468327" y="2105026"/>
            <a:ext cx="275272" cy="0"/>
          </a:xfrm>
          <a:prstGeom xmlns:a="http://schemas.openxmlformats.org/drawingml/2006/main" prst="straightConnector1">
            <a:avLst/>
          </a:prstGeom>
          <a:ln xmlns:a="http://schemas.openxmlformats.org/drawingml/2006/main" w="19050">
            <a:solidFill>
              <a:srgbClr val="111111"/>
            </a:solidFill>
            <a:prstDash val="solid"/>
            <a:tailEnd type="triangle" w="med" len="med"/>
          </a:ln>
        </p:spPr>
      </p:cxnSp>
      <p:sp>
        <p:nvSpPr>
          <p:cNvPr id="81" name="module-65">
            <a:extLst xmlns:a="http://schemas.openxmlformats.org/drawingml/2006/main">
              <a:ext uri="{FF2B5EF4-FFF2-40B4-BE49-F238E27FC236}">
                <a16:creationId xmlns:a16="http://schemas.microsoft.com/office/drawing/2014/main" id="{AAFE762B-6B22-4E9C-825D-A306403CF718}"/>
              </a:ext>
            </a:extLst>
          </p:cNvPr>
          <p:cNvSpPr>
            <a:spLocks xmlns:a="http://schemas.openxmlformats.org/drawingml/2006/main" noGrp="1"/>
          </p:cNvSpPr>
          <p:nvPr/>
        </p:nvSpPr>
        <p:spPr>
          <a:xfrm xmlns:a="http://schemas.openxmlformats.org/drawingml/2006/main">
            <a:off x="10953274" y="21045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82" name="module-66">
            <a:extLst xmlns:a="http://schemas.openxmlformats.org/drawingml/2006/main">
              <a:ext uri="{FF2B5EF4-FFF2-40B4-BE49-F238E27FC236}">
                <a16:creationId xmlns:a16="http://schemas.microsoft.com/office/drawing/2014/main" id="{9EE89BC5-C8FE-48C1-88F9-A42E1CC72890}"/>
              </a:ext>
            </a:extLst>
          </p:cNvPr>
          <p:cNvSpPr>
            <a:spLocks xmlns:a="http://schemas.openxmlformats.org/drawingml/2006/main" noGrp="1"/>
          </p:cNvSpPr>
          <p:nvPr/>
        </p:nvSpPr>
        <p:spPr>
          <a:xfrm xmlns:a="http://schemas.openxmlformats.org/drawingml/2006/main">
            <a:off x="11219974" y="21045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318" name=""/>
          <p:cNvCxnSpPr>
            <a:stCxn xmlns:a="http://schemas.openxmlformats.org/drawingml/2006/main" id="81" idx="3"/>
            <a:endCxn xmlns:a="http://schemas.openxmlformats.org/drawingml/2006/main" id="82" idx="1"/>
          </p:cNvCxnSpPr>
          <p:nvPr/>
        </p:nvCxnSpPr>
        <p:spPr>
          <a:xfrm xmlns:a="http://schemas.openxmlformats.org/drawingml/2006/main">
            <a:off x="10954227" y="2105026"/>
            <a:ext cx="265747" cy="0"/>
          </a:xfrm>
          <a:prstGeom xmlns:a="http://schemas.openxmlformats.org/drawingml/2006/main" prst="straightConnector1">
            <a:avLst/>
          </a:prstGeom>
          <a:ln xmlns:a="http://schemas.openxmlformats.org/drawingml/2006/main" w="19050">
            <a:solidFill>
              <a:srgbClr val="111111"/>
            </a:solidFill>
            <a:prstDash val="solid"/>
            <a:tailEnd type="triangle" w="med" len="med"/>
          </a:ln>
        </p:spPr>
      </p:cxnSp>
      <p:sp>
        <p:nvSpPr>
          <p:cNvPr id="84" name="module-67">
            <a:extLst xmlns:a="http://schemas.openxmlformats.org/drawingml/2006/main">
              <a:ext uri="{FF2B5EF4-FFF2-40B4-BE49-F238E27FC236}">
                <a16:creationId xmlns:a16="http://schemas.microsoft.com/office/drawing/2014/main" id="{6087DA27-D623-4388-B199-E28B85F64E87}"/>
              </a:ext>
            </a:extLst>
          </p:cNvPr>
          <p:cNvSpPr>
            <a:spLocks xmlns:a="http://schemas.openxmlformats.org/drawingml/2006/main" noGrp="1"/>
          </p:cNvSpPr>
          <p:nvPr/>
        </p:nvSpPr>
        <p:spPr>
          <a:xfrm xmlns:a="http://schemas.openxmlformats.org/drawingml/2006/main">
            <a:off x="12353449" y="21045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85" name="module-68">
            <a:extLst xmlns:a="http://schemas.openxmlformats.org/drawingml/2006/main">
              <a:ext uri="{FF2B5EF4-FFF2-40B4-BE49-F238E27FC236}">
                <a16:creationId xmlns:a16="http://schemas.microsoft.com/office/drawing/2014/main" id="{1C0C6AE9-820E-485E-A529-F89FD5760F6A}"/>
              </a:ext>
            </a:extLst>
          </p:cNvPr>
          <p:cNvSpPr>
            <a:spLocks xmlns:a="http://schemas.openxmlformats.org/drawingml/2006/main" noGrp="1"/>
          </p:cNvSpPr>
          <p:nvPr/>
        </p:nvSpPr>
        <p:spPr>
          <a:xfrm xmlns:a="http://schemas.openxmlformats.org/drawingml/2006/main">
            <a:off x="12610624" y="21045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321" name=""/>
          <p:cNvCxnSpPr>
            <a:stCxn xmlns:a="http://schemas.openxmlformats.org/drawingml/2006/main" id="84" idx="3"/>
            <a:endCxn xmlns:a="http://schemas.openxmlformats.org/drawingml/2006/main" id="85" idx="1"/>
          </p:cNvCxnSpPr>
          <p:nvPr/>
        </p:nvCxnSpPr>
        <p:spPr>
          <a:xfrm xmlns:a="http://schemas.openxmlformats.org/drawingml/2006/main">
            <a:off x="12354402" y="2105026"/>
            <a:ext cx="256222" cy="0"/>
          </a:xfrm>
          <a:prstGeom xmlns:a="http://schemas.openxmlformats.org/drawingml/2006/main" prst="straightConnector1">
            <a:avLst/>
          </a:prstGeom>
          <a:ln xmlns:a="http://schemas.openxmlformats.org/drawingml/2006/main" w="19050">
            <a:solidFill>
              <a:srgbClr val="111111"/>
            </a:solidFill>
            <a:prstDash val="solid"/>
            <a:tailEnd type="triangle" w="med" len="med"/>
          </a:ln>
        </p:spPr>
      </p:cxnSp>
      <p:sp>
        <p:nvSpPr>
          <p:cNvPr id="87" name="module-69">
            <a:extLst xmlns:a="http://schemas.openxmlformats.org/drawingml/2006/main">
              <a:ext uri="{FF2B5EF4-FFF2-40B4-BE49-F238E27FC236}">
                <a16:creationId xmlns:a16="http://schemas.microsoft.com/office/drawing/2014/main" id="{EB4815AA-D0B5-466F-8D5A-BB241804D125}"/>
              </a:ext>
            </a:extLst>
          </p:cNvPr>
          <p:cNvSpPr>
            <a:spLocks xmlns:a="http://schemas.openxmlformats.org/drawingml/2006/main" noGrp="1"/>
          </p:cNvSpPr>
          <p:nvPr/>
        </p:nvSpPr>
        <p:spPr>
          <a:xfrm xmlns:a="http://schemas.openxmlformats.org/drawingml/2006/main">
            <a:off x="14058424" y="21045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88" name="module-70">
            <a:extLst xmlns:a="http://schemas.openxmlformats.org/drawingml/2006/main">
              <a:ext uri="{FF2B5EF4-FFF2-40B4-BE49-F238E27FC236}">
                <a16:creationId xmlns:a16="http://schemas.microsoft.com/office/drawing/2014/main" id="{504D3FDE-AA77-42BC-AE1C-B8681A66D576}"/>
              </a:ext>
            </a:extLst>
          </p:cNvPr>
          <p:cNvSpPr>
            <a:spLocks xmlns:a="http://schemas.openxmlformats.org/drawingml/2006/main" noGrp="1"/>
          </p:cNvSpPr>
          <p:nvPr/>
        </p:nvSpPr>
        <p:spPr>
          <a:xfrm xmlns:a="http://schemas.openxmlformats.org/drawingml/2006/main">
            <a:off x="14334649" y="21045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324" name=""/>
          <p:cNvCxnSpPr>
            <a:stCxn xmlns:a="http://schemas.openxmlformats.org/drawingml/2006/main" id="87" idx="3"/>
            <a:endCxn xmlns:a="http://schemas.openxmlformats.org/drawingml/2006/main" id="88" idx="1"/>
          </p:cNvCxnSpPr>
          <p:nvPr/>
        </p:nvCxnSpPr>
        <p:spPr>
          <a:xfrm xmlns:a="http://schemas.openxmlformats.org/drawingml/2006/main">
            <a:off x="14059377" y="2105026"/>
            <a:ext cx="275272" cy="0"/>
          </a:xfrm>
          <a:prstGeom xmlns:a="http://schemas.openxmlformats.org/drawingml/2006/main" prst="straightConnector1">
            <a:avLst/>
          </a:prstGeom>
          <a:ln xmlns:a="http://schemas.openxmlformats.org/drawingml/2006/main" w="19050">
            <a:solidFill>
              <a:srgbClr val="111111"/>
            </a:solidFill>
            <a:prstDash val="solid"/>
            <a:tailEnd type="triangle" w="med" len="med"/>
          </a:ln>
        </p:spPr>
      </p:cxnSp>
      <p:sp>
        <p:nvSpPr>
          <p:cNvPr id="90" name="module-71">
            <a:extLst xmlns:a="http://schemas.openxmlformats.org/drawingml/2006/main">
              <a:ext uri="{FF2B5EF4-FFF2-40B4-BE49-F238E27FC236}">
                <a16:creationId xmlns:a16="http://schemas.microsoft.com/office/drawing/2014/main" id="{86EFCB50-6748-4AEF-A0D2-0F421B6E042D}"/>
              </a:ext>
            </a:extLst>
          </p:cNvPr>
          <p:cNvSpPr>
            <a:spLocks xmlns:a="http://schemas.openxmlformats.org/drawingml/2006/main" noGrp="1"/>
          </p:cNvSpPr>
          <p:nvPr/>
        </p:nvSpPr>
        <p:spPr>
          <a:xfrm xmlns:a="http://schemas.openxmlformats.org/drawingml/2006/main">
            <a:off x="3676174" y="43429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91" name="module-72">
            <a:extLst xmlns:a="http://schemas.openxmlformats.org/drawingml/2006/main">
              <a:ext uri="{FF2B5EF4-FFF2-40B4-BE49-F238E27FC236}">
                <a16:creationId xmlns:a16="http://schemas.microsoft.com/office/drawing/2014/main" id="{C3984CF0-827C-4194-9E68-6F0C0C76BCE1}"/>
              </a:ext>
            </a:extLst>
          </p:cNvPr>
          <p:cNvSpPr>
            <a:spLocks xmlns:a="http://schemas.openxmlformats.org/drawingml/2006/main" noGrp="1"/>
          </p:cNvSpPr>
          <p:nvPr/>
        </p:nvSpPr>
        <p:spPr>
          <a:xfrm xmlns:a="http://schemas.openxmlformats.org/drawingml/2006/main">
            <a:off x="12324874" y="43429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327" name=""/>
          <p:cNvCxnSpPr>
            <a:stCxn xmlns:a="http://schemas.openxmlformats.org/drawingml/2006/main" id="90" idx="3"/>
            <a:endCxn xmlns:a="http://schemas.openxmlformats.org/drawingml/2006/main" id="91" idx="1"/>
          </p:cNvCxnSpPr>
          <p:nvPr/>
        </p:nvCxnSpPr>
        <p:spPr>
          <a:xfrm xmlns:a="http://schemas.openxmlformats.org/drawingml/2006/main">
            <a:off x="3677127" y="4343401"/>
            <a:ext cx="8647747" cy="0"/>
          </a:xfrm>
          <a:prstGeom xmlns:a="http://schemas.openxmlformats.org/drawingml/2006/main" prst="straightConnector1">
            <a:avLst/>
          </a:prstGeom>
          <a:ln xmlns:a="http://schemas.openxmlformats.org/drawingml/2006/main" w="19050">
            <a:solidFill>
              <a:srgbClr val="111111"/>
            </a:solidFill>
            <a:prstDash val="solid"/>
            <a:tailEnd type="triangle" w="med" len="med"/>
          </a:ln>
        </p:spPr>
      </p:cxnSp>
      <p:sp>
        <p:nvSpPr>
          <p:cNvPr id="93" name="module-73">
            <a:extLst xmlns:a="http://schemas.openxmlformats.org/drawingml/2006/main">
              <a:ext uri="{FF2B5EF4-FFF2-40B4-BE49-F238E27FC236}">
                <a16:creationId xmlns:a16="http://schemas.microsoft.com/office/drawing/2014/main" id="{153D85DE-0B56-42AC-89DF-1B91B1F0CCE1}"/>
              </a:ext>
            </a:extLst>
          </p:cNvPr>
          <p:cNvSpPr>
            <a:spLocks xmlns:a="http://schemas.openxmlformats.org/drawingml/2006/main" noGrp="1"/>
          </p:cNvSpPr>
          <p:nvPr/>
        </p:nvSpPr>
        <p:spPr>
          <a:xfrm xmlns:a="http://schemas.openxmlformats.org/drawingml/2006/main">
            <a:off x="5152549" y="43429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94" name="module-74">
            <a:extLst xmlns:a="http://schemas.openxmlformats.org/drawingml/2006/main">
              <a:ext uri="{FF2B5EF4-FFF2-40B4-BE49-F238E27FC236}">
                <a16:creationId xmlns:a16="http://schemas.microsoft.com/office/drawing/2014/main" id="{A14E27DE-A52A-49FC-852C-15914344CD4F}"/>
              </a:ext>
            </a:extLst>
          </p:cNvPr>
          <p:cNvSpPr>
            <a:spLocks xmlns:a="http://schemas.openxmlformats.org/drawingml/2006/main" noGrp="1"/>
          </p:cNvSpPr>
          <p:nvPr/>
        </p:nvSpPr>
        <p:spPr>
          <a:xfrm xmlns:a="http://schemas.openxmlformats.org/drawingml/2006/main">
            <a:off x="5152549" y="39238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330" name=""/>
          <p:cNvCxnSpPr>
            <a:stCxn xmlns:a="http://schemas.openxmlformats.org/drawingml/2006/main" id="93" idx="3"/>
            <a:endCxn xmlns:a="http://schemas.openxmlformats.org/drawingml/2006/main" id="94" idx="1"/>
          </p:cNvCxnSpPr>
          <p:nvPr/>
        </p:nvCxnSpPr>
        <p:spPr>
          <a:xfrm xmlns:a="http://schemas.openxmlformats.org/drawingml/2006/main" flipH="1" flipV="1">
            <a:off x="5152549" y="3924301"/>
            <a:ext cx="953" cy="419100"/>
          </a:xfrm>
          <a:prstGeom xmlns:a="http://schemas.openxmlformats.org/drawingml/2006/main" prst="straightConnector1">
            <a:avLst/>
          </a:prstGeom>
          <a:ln xmlns:a="http://schemas.openxmlformats.org/drawingml/2006/main" w="19050">
            <a:solidFill>
              <a:srgbClr val="111111"/>
            </a:solidFill>
            <a:prstDash val="solid"/>
            <a:tailEnd type="triangle" w="med" len="med"/>
          </a:ln>
        </p:spPr>
      </p:cxnSp>
      <p:sp>
        <p:nvSpPr>
          <p:cNvPr id="96" name="module-75">
            <a:extLst xmlns:a="http://schemas.openxmlformats.org/drawingml/2006/main">
              <a:ext uri="{FF2B5EF4-FFF2-40B4-BE49-F238E27FC236}">
                <a16:creationId xmlns:a16="http://schemas.microsoft.com/office/drawing/2014/main" id="{F1558993-2C00-4EF1-9D4B-093125FAABE7}"/>
              </a:ext>
            </a:extLst>
          </p:cNvPr>
          <p:cNvSpPr>
            <a:spLocks xmlns:a="http://schemas.openxmlformats.org/drawingml/2006/main" noGrp="1"/>
          </p:cNvSpPr>
          <p:nvPr/>
        </p:nvSpPr>
        <p:spPr>
          <a:xfrm xmlns:a="http://schemas.openxmlformats.org/drawingml/2006/main">
            <a:off x="13305949" y="39714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97" name="module-76">
            <a:extLst xmlns:a="http://schemas.openxmlformats.org/drawingml/2006/main">
              <a:ext uri="{FF2B5EF4-FFF2-40B4-BE49-F238E27FC236}">
                <a16:creationId xmlns:a16="http://schemas.microsoft.com/office/drawing/2014/main" id="{5475C7E6-5FA8-4FD5-BA7F-9D5E3929D41B}"/>
              </a:ext>
            </a:extLst>
          </p:cNvPr>
          <p:cNvSpPr>
            <a:spLocks xmlns:a="http://schemas.openxmlformats.org/drawingml/2006/main" noGrp="1"/>
          </p:cNvSpPr>
          <p:nvPr/>
        </p:nvSpPr>
        <p:spPr>
          <a:xfrm xmlns:a="http://schemas.openxmlformats.org/drawingml/2006/main">
            <a:off x="13305949" y="276177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333" name=""/>
          <p:cNvCxnSpPr>
            <a:stCxn xmlns:a="http://schemas.openxmlformats.org/drawingml/2006/main" id="96" idx="3"/>
            <a:endCxn xmlns:a="http://schemas.openxmlformats.org/drawingml/2006/main" id="97" idx="1"/>
          </p:cNvCxnSpPr>
          <p:nvPr/>
        </p:nvCxnSpPr>
        <p:spPr>
          <a:xfrm xmlns:a="http://schemas.openxmlformats.org/drawingml/2006/main" flipH="1" flipV="1">
            <a:off x="13305949" y="2762251"/>
            <a:ext cx="953" cy="1209675"/>
          </a:xfrm>
          <a:prstGeom xmlns:a="http://schemas.openxmlformats.org/drawingml/2006/main" prst="straightConnector1">
            <a:avLst/>
          </a:prstGeom>
          <a:ln xmlns:a="http://schemas.openxmlformats.org/drawingml/2006/main" w="19050">
            <a:solidFill>
              <a:srgbClr val="111111"/>
            </a:solidFill>
            <a:prstDash val="solid"/>
            <a:tailEnd type="triangle" w="med" len="med"/>
          </a:ln>
        </p:spPr>
      </p:cxnSp>
      <p:sp>
        <p:nvSpPr>
          <p:cNvPr id="99" name="module-77">
            <a:extLst xmlns:a="http://schemas.openxmlformats.org/drawingml/2006/main">
              <a:ext uri="{FF2B5EF4-FFF2-40B4-BE49-F238E27FC236}">
                <a16:creationId xmlns:a16="http://schemas.microsoft.com/office/drawing/2014/main" id="{E905F46C-6DED-4B1D-B751-0F7058FE2946}"/>
              </a:ext>
            </a:extLst>
          </p:cNvPr>
          <p:cNvSpPr>
            <a:spLocks xmlns:a="http://schemas.openxmlformats.org/drawingml/2006/main" noGrp="1"/>
          </p:cNvSpPr>
          <p:nvPr/>
        </p:nvSpPr>
        <p:spPr>
          <a:xfrm xmlns:a="http://schemas.openxmlformats.org/drawingml/2006/main">
            <a:off x="209550" y="6581775"/>
            <a:ext cx="1123950" cy="857250"/>
          </a:xfrm>
          <a:prstGeom xmlns:a="http://schemas.openxmlformats.org/drawingml/2006/main" prst="roundRect">
            <a:avLst>
              <a:gd name="adj" fmla="val 6667"/>
            </a:avLst>
          </a:prstGeom>
          <a:gradFill xmlns:a="http://schemas.openxmlformats.org/drawingml/2006/main">
            <a:gsLst>
              <a:gs pos="0">
                <a:srgbClr val="EFF8FF"/>
              </a:gs>
              <a:gs pos="100000">
                <a:srgbClr val="CEE5F8"/>
              </a:gs>
            </a:gsLst>
            <a:lin ang="1500000"/>
          </a:gradFill>
          <a:ln xmlns:a="http://schemas.openxmlformats.org/drawingml/2006/main" w="11430">
            <a:solidFill>
              <a:srgbClr val="0086FF"/>
            </a:solidFill>
            <a:prstDash val="solid"/>
          </a:ln>
        </p:spPr>
      </p:sp>
      <p:sp>
        <p:nvSpPr>
          <p:cNvPr id="100" name="module-78">
            <a:extLst xmlns:a="http://schemas.openxmlformats.org/drawingml/2006/main">
              <a:ext uri="{FF2B5EF4-FFF2-40B4-BE49-F238E27FC236}">
                <a16:creationId xmlns:a16="http://schemas.microsoft.com/office/drawing/2014/main" id="{BF625104-8A5A-43DE-847D-223105022601}"/>
              </a:ext>
            </a:extLst>
          </p:cNvPr>
          <p:cNvSpPr>
            <a:spLocks xmlns:a="http://schemas.openxmlformats.org/drawingml/2006/main" noGrp="1"/>
          </p:cNvSpPr>
          <p:nvPr/>
        </p:nvSpPr>
        <p:spPr>
          <a:xfrm xmlns:a="http://schemas.openxmlformats.org/drawingml/2006/main">
            <a:off x="266700" y="6753225"/>
            <a:ext cx="1009650" cy="504825"/>
          </a:xfrm>
          <a:prstGeom xmlns:a="http://schemas.openxmlformats.org/drawingml/2006/main" prst="roundRect">
            <a:avLst>
              <a:gd name="adj" fmla="val 9434"/>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080808"/>
                </a:solidFill>
                <a:latin typeface="Times New Roman"/>
                <a:ea typeface="Times New Roman"/>
                <a:cs typeface="Times New Roman"/>
              </a:defRPr>
            </a:pPr>
            <a:r>
              <a:rPr sz="1650" b="1" i="0">
                <a:solidFill>
                  <a:srgbClr val="080808"/>
                </a:solidFill>
                <a:latin typeface="Times New Roman"/>
                <a:ea typeface="Times New Roman"/>
                <a:cs typeface="Times New Roman"/>
              </a:rPr>
              <a:t>Physical</a:t>
            </a:r>
          </a:p>
          <a:p xmlns:a="http://schemas.openxmlformats.org/drawingml/2006/main">
            <a:pPr algn="ctr">
              <a:defRPr sz="1650" b="1" i="0">
                <a:solidFill>
                  <a:srgbClr val="080808"/>
                </a:solidFill>
                <a:latin typeface="Times New Roman"/>
                <a:ea typeface="Times New Roman"/>
                <a:cs typeface="Times New Roman"/>
              </a:defRPr>
            </a:pPr>
            <a:r>
              <a:rPr sz="1650" b="1" i="0">
                <a:solidFill>
                  <a:srgbClr val="080808"/>
                </a:solidFill>
                <a:latin typeface="Times New Roman"/>
                <a:ea typeface="Times New Roman"/>
                <a:cs typeface="Times New Roman"/>
              </a:rPr>
              <a:t>history ℋₙ</a:t>
            </a:r>
          </a:p>
        </p:txBody>
      </p:sp>
      <p:sp>
        <p:nvSpPr>
          <p:cNvPr id="101" name="module-79">
            <a:extLst xmlns:a="http://schemas.openxmlformats.org/drawingml/2006/main">
              <a:ext uri="{FF2B5EF4-FFF2-40B4-BE49-F238E27FC236}">
                <a16:creationId xmlns:a16="http://schemas.microsoft.com/office/drawing/2014/main" id="{C7396C22-F2D9-4DF8-811D-844636377FE9}"/>
              </a:ext>
            </a:extLst>
          </p:cNvPr>
          <p:cNvSpPr>
            <a:spLocks xmlns:a="http://schemas.openxmlformats.org/drawingml/2006/main" noGrp="1"/>
          </p:cNvSpPr>
          <p:nvPr/>
        </p:nvSpPr>
        <p:spPr>
          <a:xfrm xmlns:a="http://schemas.openxmlformats.org/drawingml/2006/main">
            <a:off x="1590675" y="6505575"/>
            <a:ext cx="1428750" cy="1066800"/>
          </a:xfrm>
          <a:prstGeom xmlns:a="http://schemas.openxmlformats.org/drawingml/2006/main" prst="roundRect">
            <a:avLst>
              <a:gd name="adj" fmla="val 5357"/>
            </a:avLst>
          </a:prstGeom>
          <a:gradFill xmlns:a="http://schemas.openxmlformats.org/drawingml/2006/main">
            <a:gsLst>
              <a:gs pos="0">
                <a:srgbClr val="EFF8FF"/>
              </a:gs>
              <a:gs pos="100000">
                <a:srgbClr val="CEE5F8"/>
              </a:gs>
            </a:gsLst>
            <a:lin ang="1500000"/>
          </a:gradFill>
          <a:ln xmlns:a="http://schemas.openxmlformats.org/drawingml/2006/main" w="11430">
            <a:solidFill>
              <a:srgbClr val="0086FF"/>
            </a:solidFill>
            <a:prstDash val="solid"/>
          </a:ln>
        </p:spPr>
      </p:sp>
      <p:sp>
        <p:nvSpPr>
          <p:cNvPr id="102" name="module-80">
            <a:extLst xmlns:a="http://schemas.openxmlformats.org/drawingml/2006/main">
              <a:ext uri="{FF2B5EF4-FFF2-40B4-BE49-F238E27FC236}">
                <a16:creationId xmlns:a16="http://schemas.microsoft.com/office/drawing/2014/main" id="{E938117F-56E7-421A-AC48-B006F5534720}"/>
              </a:ext>
            </a:extLst>
          </p:cNvPr>
          <p:cNvSpPr>
            <a:spLocks xmlns:a="http://schemas.openxmlformats.org/drawingml/2006/main" noGrp="1"/>
          </p:cNvSpPr>
          <p:nvPr/>
        </p:nvSpPr>
        <p:spPr>
          <a:xfrm xmlns:a="http://schemas.openxmlformats.org/drawingml/2006/main">
            <a:off x="1666875" y="6648450"/>
            <a:ext cx="1276350" cy="485775"/>
          </a:xfrm>
          <a:prstGeom xmlns:a="http://schemas.openxmlformats.org/drawingml/2006/main" prst="roundRect">
            <a:avLst>
              <a:gd name="adj" fmla="val 9804"/>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080808"/>
                </a:solidFill>
                <a:latin typeface="Times New Roman"/>
                <a:ea typeface="Times New Roman"/>
                <a:cs typeface="Times New Roman"/>
              </a:defRPr>
            </a:pPr>
            <a:r>
              <a:rPr sz="1650" b="1" i="0">
                <a:solidFill>
                  <a:srgbClr val="080808"/>
                </a:solidFill>
                <a:latin typeface="Times New Roman"/>
                <a:ea typeface="Times New Roman"/>
                <a:cs typeface="Times New Roman"/>
              </a:rPr>
              <a:t>Chart-local</a:t>
            </a:r>
          </a:p>
          <a:p xmlns:a="http://schemas.openxmlformats.org/drawingml/2006/main">
            <a:pPr algn="ctr">
              <a:defRPr sz="1650" b="1" i="0">
                <a:solidFill>
                  <a:srgbClr val="080808"/>
                </a:solidFill>
                <a:latin typeface="Times New Roman"/>
                <a:ea typeface="Times New Roman"/>
                <a:cs typeface="Times New Roman"/>
              </a:defRPr>
            </a:pPr>
            <a:r>
              <a:rPr sz="1650" b="1" i="0">
                <a:solidFill>
                  <a:srgbClr val="080808"/>
                </a:solidFill>
                <a:latin typeface="Times New Roman"/>
                <a:ea typeface="Times New Roman"/>
                <a:cs typeface="Times New Roman"/>
              </a:rPr>
              <a:t>POD encoding</a:t>
            </a:r>
          </a:p>
        </p:txBody>
      </p:sp>
      <p:sp>
        <p:nvSpPr>
          <p:cNvPr id="103" name="module-81">
            <a:extLst xmlns:a="http://schemas.openxmlformats.org/drawingml/2006/main">
              <a:ext uri="{FF2B5EF4-FFF2-40B4-BE49-F238E27FC236}">
                <a16:creationId xmlns:a16="http://schemas.microsoft.com/office/drawing/2014/main" id="{A542EB16-9AC6-456E-AF20-FC7ACF672C89}"/>
              </a:ext>
            </a:extLst>
          </p:cNvPr>
          <p:cNvSpPr>
            <a:spLocks xmlns:a="http://schemas.openxmlformats.org/drawingml/2006/main" noGrp="1"/>
          </p:cNvSpPr>
          <p:nvPr/>
        </p:nvSpPr>
        <p:spPr>
          <a:xfrm xmlns:a="http://schemas.openxmlformats.org/drawingml/2006/main">
            <a:off x="1657350" y="7134225"/>
            <a:ext cx="1295400" cy="323850"/>
          </a:xfrm>
          <a:prstGeom xmlns:a="http://schemas.openxmlformats.org/drawingml/2006/main" prst="roundRect">
            <a:avLst>
              <a:gd name="adj" fmla="val 14706"/>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1">
                <a:solidFill>
                  <a:srgbClr val="080808"/>
                </a:solidFill>
                <a:latin typeface="Cambria Math"/>
                <a:ea typeface="Cambria Math"/>
                <a:cs typeface="Cambria Math"/>
              </a:defRPr>
            </a:pPr>
            <a:r>
              <a:rPr sz="1725" b="0" i="1">
                <a:solidFill>
                  <a:srgbClr val="080808"/>
                </a:solidFill>
                <a:latin typeface="Cambria Math"/>
                <a:ea typeface="Cambria Math"/>
                <a:cs typeface="Cambria Math"/>
              </a:rPr>
              <a:t>(Φᵤ⁽ʳ⁾, Φₚ⁽ʳ⁾)</a:t>
            </a:r>
          </a:p>
        </p:txBody>
      </p:sp>
      <p:sp>
        <p:nvSpPr>
          <p:cNvPr id="104" name="module-82">
            <a:extLst xmlns:a="http://schemas.openxmlformats.org/drawingml/2006/main">
              <a:ext uri="{FF2B5EF4-FFF2-40B4-BE49-F238E27FC236}">
                <a16:creationId xmlns:a16="http://schemas.microsoft.com/office/drawing/2014/main" id="{A0172CCD-202D-4625-8ABB-6601975C49FB}"/>
              </a:ext>
            </a:extLst>
          </p:cNvPr>
          <p:cNvSpPr>
            <a:spLocks xmlns:a="http://schemas.openxmlformats.org/drawingml/2006/main" noGrp="1"/>
          </p:cNvSpPr>
          <p:nvPr/>
        </p:nvSpPr>
        <p:spPr>
          <a:xfrm xmlns:a="http://schemas.openxmlformats.org/drawingml/2006/main">
            <a:off x="3276600" y="6438900"/>
            <a:ext cx="1390650" cy="1133475"/>
          </a:xfrm>
          <a:prstGeom xmlns:a="http://schemas.openxmlformats.org/drawingml/2006/main" prst="roundRect">
            <a:avLst>
              <a:gd name="adj" fmla="val 5042"/>
            </a:avLst>
          </a:prstGeom>
          <a:gradFill xmlns:a="http://schemas.openxmlformats.org/drawingml/2006/main">
            <a:gsLst>
              <a:gs pos="0">
                <a:srgbClr val="EFF8FF"/>
              </a:gs>
              <a:gs pos="100000">
                <a:srgbClr val="CEE5F8"/>
              </a:gs>
            </a:gsLst>
            <a:lin ang="1500000"/>
          </a:gradFill>
          <a:ln xmlns:a="http://schemas.openxmlformats.org/drawingml/2006/main" w="11430">
            <a:solidFill>
              <a:srgbClr val="0086FF"/>
            </a:solidFill>
            <a:prstDash val="solid"/>
          </a:ln>
        </p:spPr>
      </p:sp>
      <p:sp>
        <p:nvSpPr>
          <p:cNvPr id="105" name="module-83">
            <a:extLst xmlns:a="http://schemas.openxmlformats.org/drawingml/2006/main">
              <a:ext uri="{FF2B5EF4-FFF2-40B4-BE49-F238E27FC236}">
                <a16:creationId xmlns:a16="http://schemas.microsoft.com/office/drawing/2014/main" id="{6823CAC7-6707-4FC3-BE7A-8F159F3835C2}"/>
              </a:ext>
            </a:extLst>
          </p:cNvPr>
          <p:cNvSpPr>
            <a:spLocks xmlns:a="http://schemas.openxmlformats.org/drawingml/2006/main" noGrp="1"/>
          </p:cNvSpPr>
          <p:nvPr/>
        </p:nvSpPr>
        <p:spPr>
          <a:xfrm xmlns:a="http://schemas.openxmlformats.org/drawingml/2006/main">
            <a:off x="3333750" y="6486525"/>
            <a:ext cx="1276350" cy="457200"/>
          </a:xfrm>
          <a:prstGeom xmlns:a="http://schemas.openxmlformats.org/drawingml/2006/main" prst="roundRect">
            <a:avLst>
              <a:gd name="adj" fmla="val 10417"/>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080808"/>
                </a:solidFill>
                <a:latin typeface="Times New Roman"/>
                <a:ea typeface="Times New Roman"/>
                <a:cs typeface="Times New Roman"/>
              </a:defRPr>
            </a:pPr>
            <a:r>
              <a:rPr sz="1650" b="1" i="0">
                <a:solidFill>
                  <a:srgbClr val="080808"/>
                </a:solidFill>
                <a:latin typeface="Times New Roman"/>
                <a:ea typeface="Times New Roman"/>
                <a:cs typeface="Times New Roman"/>
              </a:rPr>
              <a:t>Local reduced</a:t>
            </a:r>
          </a:p>
          <a:p xmlns:a="http://schemas.openxmlformats.org/drawingml/2006/main">
            <a:pPr algn="ctr">
              <a:defRPr sz="1650" b="1" i="0">
                <a:solidFill>
                  <a:srgbClr val="080808"/>
                </a:solidFill>
                <a:latin typeface="Times New Roman"/>
                <a:ea typeface="Times New Roman"/>
                <a:cs typeface="Times New Roman"/>
              </a:defRPr>
            </a:pPr>
            <a:r>
              <a:rPr sz="1650" b="1" i="0">
                <a:solidFill>
                  <a:srgbClr val="080808"/>
                </a:solidFill>
                <a:latin typeface="Times New Roman"/>
                <a:ea typeface="Times New Roman"/>
                <a:cs typeface="Times New Roman"/>
              </a:rPr>
              <a:t>history</a:t>
            </a:r>
          </a:p>
        </p:txBody>
      </p:sp>
      <p:sp>
        <p:nvSpPr>
          <p:cNvPr id="106" name="module-84">
            <a:extLst xmlns:a="http://schemas.openxmlformats.org/drawingml/2006/main">
              <a:ext uri="{FF2B5EF4-FFF2-40B4-BE49-F238E27FC236}">
                <a16:creationId xmlns:a16="http://schemas.microsoft.com/office/drawing/2014/main" id="{BC3CB703-F526-497A-888A-2BF7445D3072}"/>
              </a:ext>
            </a:extLst>
          </p:cNvPr>
          <p:cNvSpPr>
            <a:spLocks xmlns:a="http://schemas.openxmlformats.org/drawingml/2006/main" noGrp="1"/>
          </p:cNvSpPr>
          <p:nvPr/>
        </p:nvSpPr>
        <p:spPr>
          <a:xfrm xmlns:a="http://schemas.openxmlformats.org/drawingml/2006/main">
            <a:off x="3352800" y="6953250"/>
            <a:ext cx="1238250" cy="295275"/>
          </a:xfrm>
          <a:prstGeom xmlns:a="http://schemas.openxmlformats.org/drawingml/2006/main" prst="roundRect">
            <a:avLst>
              <a:gd name="adj" fmla="val 16129"/>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i="1">
                <a:solidFill>
                  <a:srgbClr val="080808"/>
                </a:solidFill>
                <a:latin typeface="Cambria Math"/>
                <a:ea typeface="Cambria Math"/>
                <a:cs typeface="Cambria Math"/>
              </a:defRPr>
            </a:pPr>
            <a:r>
              <a:rPr sz="2025" b="0" i="1">
                <a:solidFill>
                  <a:srgbClr val="080808"/>
                </a:solidFill>
                <a:latin typeface="Cambria Math"/>
                <a:ea typeface="Cambria Math"/>
                <a:cs typeface="Cambria Math"/>
              </a:rPr>
              <a:t>(aₙ, bₙ)</a:t>
            </a:r>
          </a:p>
        </p:txBody>
      </p:sp>
      <p:sp>
        <p:nvSpPr>
          <p:cNvPr id="107" name="module-85">
            <a:extLst xmlns:a="http://schemas.openxmlformats.org/drawingml/2006/main">
              <a:ext uri="{FF2B5EF4-FFF2-40B4-BE49-F238E27FC236}">
                <a16:creationId xmlns:a16="http://schemas.microsoft.com/office/drawing/2014/main" id="{9E462088-E341-44C3-A558-41B7A25D6056}"/>
              </a:ext>
            </a:extLst>
          </p:cNvPr>
          <p:cNvSpPr>
            <a:spLocks xmlns:a="http://schemas.openxmlformats.org/drawingml/2006/main" noGrp="1"/>
          </p:cNvSpPr>
          <p:nvPr/>
        </p:nvSpPr>
        <p:spPr>
          <a:xfrm xmlns:a="http://schemas.openxmlformats.org/drawingml/2006/main">
            <a:off x="3362325" y="7258050"/>
            <a:ext cx="1219200" cy="276225"/>
          </a:xfrm>
          <a:prstGeom xmlns:a="http://schemas.openxmlformats.org/drawingml/2006/main" prst="roundRect">
            <a:avLst>
              <a:gd name="adj" fmla="val 17241"/>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i="0">
                <a:solidFill>
                  <a:srgbClr val="080808"/>
                </a:solidFill>
                <a:latin typeface="Times New Roman"/>
                <a:ea typeface="Times New Roman"/>
                <a:cs typeface="Times New Roman"/>
              </a:defRPr>
            </a:pPr>
            <a:r>
              <a:rPr sz="1650" b="0" i="0">
                <a:solidFill>
                  <a:srgbClr val="080808"/>
                </a:solidFill>
                <a:latin typeface="Times New Roman"/>
                <a:ea typeface="Times New Roman"/>
                <a:cs typeface="Times New Roman"/>
              </a:rPr>
              <a:t>(+ context)</a:t>
            </a:r>
          </a:p>
        </p:txBody>
      </p:sp>
      <p:sp>
        <p:nvSpPr>
          <p:cNvPr id="108" name="module-86">
            <a:extLst xmlns:a="http://schemas.openxmlformats.org/drawingml/2006/main">
              <a:ext uri="{FF2B5EF4-FFF2-40B4-BE49-F238E27FC236}">
                <a16:creationId xmlns:a16="http://schemas.microsoft.com/office/drawing/2014/main" id="{665BAE36-A8CD-458D-A93A-8BDDA41CFF30}"/>
              </a:ext>
            </a:extLst>
          </p:cNvPr>
          <p:cNvSpPr>
            <a:spLocks xmlns:a="http://schemas.openxmlformats.org/drawingml/2006/main" noGrp="1"/>
          </p:cNvSpPr>
          <p:nvPr/>
        </p:nvSpPr>
        <p:spPr>
          <a:xfrm xmlns:a="http://schemas.openxmlformats.org/drawingml/2006/main">
            <a:off x="6457950" y="5534025"/>
            <a:ext cx="2952750" cy="533400"/>
          </a:xfrm>
          <a:prstGeom xmlns:a="http://schemas.openxmlformats.org/drawingml/2006/main" prst="roundRect">
            <a:avLst>
              <a:gd name="adj" fmla="val 12500"/>
            </a:avLst>
          </a:prstGeom>
          <a:gradFill xmlns:a="http://schemas.openxmlformats.org/drawingml/2006/main">
            <a:gsLst>
              <a:gs pos="0">
                <a:srgbClr val="EFF8FF"/>
              </a:gs>
              <a:gs pos="100000">
                <a:srgbClr val="CEE5F8"/>
              </a:gs>
            </a:gsLst>
            <a:lin ang="1500000"/>
          </a:gradFill>
          <a:ln xmlns:a="http://schemas.openxmlformats.org/drawingml/2006/main" w="11430">
            <a:solidFill>
              <a:srgbClr val="0086FF"/>
            </a:solidFill>
            <a:prstDash val="solid"/>
          </a:ln>
        </p:spPr>
      </p:sp>
      <p:sp>
        <p:nvSpPr>
          <p:cNvPr id="109" name="module-87">
            <a:extLst xmlns:a="http://schemas.openxmlformats.org/drawingml/2006/main">
              <a:ext uri="{FF2B5EF4-FFF2-40B4-BE49-F238E27FC236}">
                <a16:creationId xmlns:a16="http://schemas.microsoft.com/office/drawing/2014/main" id="{277EAD55-8EE4-41B2-896E-CDEC4859F0DC}"/>
              </a:ext>
            </a:extLst>
          </p:cNvPr>
          <p:cNvSpPr>
            <a:spLocks xmlns:a="http://schemas.openxmlformats.org/drawingml/2006/main" noGrp="1"/>
          </p:cNvSpPr>
          <p:nvPr/>
        </p:nvSpPr>
        <p:spPr>
          <a:xfrm xmlns:a="http://schemas.openxmlformats.org/drawingml/2006/main">
            <a:off x="6543675" y="5581650"/>
            <a:ext cx="2781300" cy="257175"/>
          </a:xfrm>
          <a:prstGeom xmlns:a="http://schemas.openxmlformats.org/drawingml/2006/main" prst="roundRect">
            <a:avLst>
              <a:gd name="adj" fmla="val 18519"/>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i="0">
                <a:solidFill>
                  <a:srgbClr val="080808"/>
                </a:solidFill>
                <a:latin typeface="Times New Roman"/>
                <a:ea typeface="Times New Roman"/>
                <a:cs typeface="Times New Roman"/>
              </a:defRPr>
            </a:pPr>
            <a:r>
              <a:rPr sz="1500" b="1" i="0">
                <a:solidFill>
                  <a:srgbClr val="080808"/>
                </a:solidFill>
                <a:latin typeface="Times New Roman"/>
                <a:ea typeface="Times New Roman"/>
                <a:cs typeface="Times New Roman"/>
              </a:rPr>
              <a:t>Projected Galerkin backbone Fᵣᴳ</a:t>
            </a:r>
          </a:p>
        </p:txBody>
      </p:sp>
      <p:sp>
        <p:nvSpPr>
          <p:cNvPr id="110" name="module-88">
            <a:extLst xmlns:a="http://schemas.openxmlformats.org/drawingml/2006/main">
              <a:ext uri="{FF2B5EF4-FFF2-40B4-BE49-F238E27FC236}">
                <a16:creationId xmlns:a16="http://schemas.microsoft.com/office/drawing/2014/main" id="{85D165A7-39F2-416D-8C6D-5519E27D5F36}"/>
              </a:ext>
            </a:extLst>
          </p:cNvPr>
          <p:cNvSpPr>
            <a:spLocks xmlns:a="http://schemas.openxmlformats.org/drawingml/2006/main" noGrp="1"/>
          </p:cNvSpPr>
          <p:nvPr/>
        </p:nvSpPr>
        <p:spPr>
          <a:xfrm xmlns:a="http://schemas.openxmlformats.org/drawingml/2006/main">
            <a:off x="6572250" y="5810250"/>
            <a:ext cx="2733675" cy="238125"/>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1">
                <a:solidFill>
                  <a:srgbClr val="080808"/>
                </a:solidFill>
                <a:latin typeface="Times New Roman"/>
                <a:ea typeface="Times New Roman"/>
                <a:cs typeface="Times New Roman"/>
              </a:defRPr>
            </a:pPr>
            <a:r>
              <a:rPr sz="1575" b="0" i="1">
                <a:solidFill>
                  <a:srgbClr val="080808"/>
                </a:solidFill>
                <a:latin typeface="Times New Roman"/>
                <a:ea typeface="Times New Roman"/>
                <a:cs typeface="Times New Roman"/>
              </a:rPr>
              <a:t>(from governing equations)</a:t>
            </a:r>
          </a:p>
        </p:txBody>
      </p:sp>
      <p:sp>
        <p:nvSpPr>
          <p:cNvPr id="111" name="module-89">
            <a:extLst xmlns:a="http://schemas.openxmlformats.org/drawingml/2006/main">
              <a:ext uri="{FF2B5EF4-FFF2-40B4-BE49-F238E27FC236}">
                <a16:creationId xmlns:a16="http://schemas.microsoft.com/office/drawing/2014/main" id="{1577A0C1-AA67-4E7C-B8E9-A907577B1BE6}"/>
              </a:ext>
            </a:extLst>
          </p:cNvPr>
          <p:cNvSpPr>
            <a:spLocks xmlns:a="http://schemas.openxmlformats.org/drawingml/2006/main" noGrp="1"/>
          </p:cNvSpPr>
          <p:nvPr/>
        </p:nvSpPr>
        <p:spPr>
          <a:xfrm xmlns:a="http://schemas.openxmlformats.org/drawingml/2006/main">
            <a:off x="5419725" y="6210300"/>
            <a:ext cx="4448175" cy="2190750"/>
          </a:xfrm>
          <a:prstGeom xmlns:a="http://schemas.openxmlformats.org/drawingml/2006/main" prst="roundRect">
            <a:avLst>
              <a:gd name="adj" fmla="val 4348"/>
            </a:avLst>
          </a:prstGeom>
          <a:gradFill xmlns:a="http://schemas.openxmlformats.org/drawingml/2006/main">
            <a:gsLst>
              <a:gs pos="0">
                <a:srgbClr val="FFFAF2"/>
              </a:gs>
              <a:gs pos="100000">
                <a:srgbClr val="FFEAD5"/>
              </a:gs>
            </a:gsLst>
            <a:lin ang="1500000"/>
          </a:gradFill>
          <a:ln xmlns:a="http://schemas.openxmlformats.org/drawingml/2006/main" w="11430">
            <a:solidFill>
              <a:srgbClr val="FF9029"/>
            </a:solidFill>
            <a:prstDash val="solid"/>
          </a:ln>
        </p:spPr>
      </p:sp>
      <p:sp>
        <p:nvSpPr>
          <p:cNvPr id="112" name="module-90">
            <a:extLst xmlns:a="http://schemas.openxmlformats.org/drawingml/2006/main">
              <a:ext uri="{FF2B5EF4-FFF2-40B4-BE49-F238E27FC236}">
                <a16:creationId xmlns:a16="http://schemas.microsoft.com/office/drawing/2014/main" id="{99E9F795-E8EB-4F5D-9A90-929F348980C3}"/>
              </a:ext>
            </a:extLst>
          </p:cNvPr>
          <p:cNvSpPr>
            <a:spLocks xmlns:a="http://schemas.openxmlformats.org/drawingml/2006/main" noGrp="1"/>
          </p:cNvSpPr>
          <p:nvPr/>
        </p:nvSpPr>
        <p:spPr>
          <a:xfrm xmlns:a="http://schemas.openxmlformats.org/drawingml/2006/main">
            <a:off x="5810250" y="6267450"/>
            <a:ext cx="3219450" cy="314325"/>
          </a:xfrm>
          <a:prstGeom xmlns:a="http://schemas.openxmlformats.org/drawingml/2006/main" prst="roundRect">
            <a:avLst>
              <a:gd name="adj" fmla="val 15152"/>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i="0">
                <a:solidFill>
                  <a:srgbClr val="080808"/>
                </a:solidFill>
                <a:latin typeface="Times New Roman"/>
                <a:ea typeface="Times New Roman"/>
                <a:cs typeface="Times New Roman"/>
              </a:defRPr>
            </a:pPr>
            <a:r>
              <a:rPr sz="1725" b="1" i="0">
                <a:solidFill>
                  <a:srgbClr val="080808"/>
                </a:solidFill>
                <a:latin typeface="Times New Roman"/>
                <a:ea typeface="Times New Roman"/>
                <a:cs typeface="Times New Roman"/>
              </a:rPr>
              <a:t>Velocity sparse-MoE correction</a:t>
            </a:r>
          </a:p>
        </p:txBody>
      </p:sp>
      <p:sp>
        <p:nvSpPr>
          <p:cNvPr id="113" name="module-91">
            <a:extLst xmlns:a="http://schemas.openxmlformats.org/drawingml/2006/main">
              <a:ext uri="{FF2B5EF4-FFF2-40B4-BE49-F238E27FC236}">
                <a16:creationId xmlns:a16="http://schemas.microsoft.com/office/drawing/2014/main" id="{1EB33EE5-40A4-4045-B458-4B6D466A920A}"/>
              </a:ext>
            </a:extLst>
          </p:cNvPr>
          <p:cNvSpPr>
            <a:spLocks xmlns:a="http://schemas.openxmlformats.org/drawingml/2006/main" noGrp="1"/>
          </p:cNvSpPr>
          <p:nvPr/>
        </p:nvSpPr>
        <p:spPr>
          <a:xfrm xmlns:a="http://schemas.openxmlformats.org/drawingml/2006/main">
            <a:off x="9039225" y="6276975"/>
            <a:ext cx="219075" cy="304800"/>
          </a:xfrm>
          <a:prstGeom xmlns:a="http://schemas.openxmlformats.org/drawingml/2006/main" prst="roundRect">
            <a:avLst>
              <a:gd name="adj" fmla="val 21739"/>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i="1">
                <a:solidFill>
                  <a:srgbClr val="080808"/>
                </a:solidFill>
                <a:latin typeface="Cambria Math"/>
                <a:ea typeface="Cambria Math"/>
                <a:cs typeface="Cambria Math"/>
              </a:defRPr>
            </a:pPr>
            <a:r>
              <a:rPr sz="2175" b="0" i="1">
                <a:solidFill>
                  <a:srgbClr val="080808"/>
                </a:solidFill>
                <a:latin typeface="Cambria Math"/>
                <a:ea typeface="Cambria Math"/>
                <a:cs typeface="Cambria Math"/>
              </a:rPr>
              <a:t>ρ</a:t>
            </a:r>
          </a:p>
        </p:txBody>
      </p:sp>
      <p:sp>
        <p:nvSpPr>
          <p:cNvPr id="114" name="module-92">
            <a:extLst xmlns:a="http://schemas.openxmlformats.org/drawingml/2006/main">
              <a:ext uri="{FF2B5EF4-FFF2-40B4-BE49-F238E27FC236}">
                <a16:creationId xmlns:a16="http://schemas.microsoft.com/office/drawing/2014/main" id="{C3E2ACBC-5B43-42EF-963C-1B4057B14A1D}"/>
              </a:ext>
            </a:extLst>
          </p:cNvPr>
          <p:cNvSpPr>
            <a:spLocks xmlns:a="http://schemas.openxmlformats.org/drawingml/2006/main" noGrp="1"/>
          </p:cNvSpPr>
          <p:nvPr/>
        </p:nvSpPr>
        <p:spPr>
          <a:xfrm xmlns:a="http://schemas.openxmlformats.org/drawingml/2006/main">
            <a:off x="9220200" y="6238875"/>
            <a:ext cx="161925" cy="171450"/>
          </a:xfrm>
          <a:prstGeom xmlns:a="http://schemas.openxmlformats.org/drawingml/2006/main" prst="roundRect">
            <a:avLst>
              <a:gd name="adj" fmla="val 29412"/>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i="1">
                <a:solidFill>
                  <a:srgbClr val="080808"/>
                </a:solidFill>
                <a:latin typeface="Cambria Math"/>
                <a:ea typeface="Cambria Math"/>
                <a:cs typeface="Cambria Math"/>
              </a:defRPr>
            </a:pPr>
            <a:r>
              <a:rPr sz="1350" b="0" i="1">
                <a:solidFill>
                  <a:srgbClr val="080808"/>
                </a:solidFill>
                <a:latin typeface="Cambria Math"/>
                <a:ea typeface="Cambria Math"/>
                <a:cs typeface="Cambria Math"/>
              </a:rPr>
              <a:t>u</a:t>
            </a:r>
          </a:p>
        </p:txBody>
      </p:sp>
      <p:sp>
        <p:nvSpPr>
          <p:cNvPr id="115" name="module-93">
            <a:extLst xmlns:a="http://schemas.openxmlformats.org/drawingml/2006/main">
              <a:ext uri="{FF2B5EF4-FFF2-40B4-BE49-F238E27FC236}">
                <a16:creationId xmlns:a16="http://schemas.microsoft.com/office/drawing/2014/main" id="{6CD77476-232E-4D52-BB28-A2663F9FE99B}"/>
              </a:ext>
            </a:extLst>
          </p:cNvPr>
          <p:cNvSpPr>
            <a:spLocks xmlns:a="http://schemas.openxmlformats.org/drawingml/2006/main" noGrp="1"/>
          </p:cNvSpPr>
          <p:nvPr/>
        </p:nvSpPr>
        <p:spPr>
          <a:xfrm xmlns:a="http://schemas.openxmlformats.org/drawingml/2006/main">
            <a:off x="9220200" y="6457950"/>
            <a:ext cx="276225" cy="171450"/>
          </a:xfrm>
          <a:prstGeom xmlns:a="http://schemas.openxmlformats.org/drawingml/2006/main" prst="roundRect">
            <a:avLst>
              <a:gd name="adj" fmla="val 27778"/>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i="1">
                <a:solidFill>
                  <a:srgbClr val="080808"/>
                </a:solidFill>
                <a:latin typeface="Cambria Math"/>
                <a:ea typeface="Cambria Math"/>
                <a:cs typeface="Cambria Math"/>
              </a:defRPr>
            </a:pPr>
            <a:r>
              <a:rPr sz="1275" b="0" i="1">
                <a:solidFill>
                  <a:srgbClr val="080808"/>
                </a:solidFill>
                <a:latin typeface="Cambria Math"/>
                <a:ea typeface="Cambria Math"/>
                <a:cs typeface="Cambria Math"/>
              </a:rPr>
              <a:t>θᵣ</a:t>
            </a:r>
          </a:p>
        </p:txBody>
      </p:sp>
      <p:sp>
        <p:nvSpPr>
          <p:cNvPr id="116" name="module-94">
            <a:extLst xmlns:a="http://schemas.openxmlformats.org/drawingml/2006/main">
              <a:ext uri="{FF2B5EF4-FFF2-40B4-BE49-F238E27FC236}">
                <a16:creationId xmlns:a16="http://schemas.microsoft.com/office/drawing/2014/main" id="{AADEB13D-0B11-4781-8DF6-C112215452AC}"/>
              </a:ext>
            </a:extLst>
          </p:cNvPr>
          <p:cNvSpPr>
            <a:spLocks xmlns:a="http://schemas.openxmlformats.org/drawingml/2006/main" noGrp="1"/>
          </p:cNvSpPr>
          <p:nvPr/>
        </p:nvSpPr>
        <p:spPr>
          <a:xfrm xmlns:a="http://schemas.openxmlformats.org/drawingml/2006/main">
            <a:off x="5514975" y="6734175"/>
            <a:ext cx="1362075" cy="1114425"/>
          </a:xfrm>
          <a:prstGeom xmlns:a="http://schemas.openxmlformats.org/drawingml/2006/main" prst="roundRect">
            <a:avLst>
              <a:gd name="adj" fmla="val 5983"/>
            </a:avLst>
          </a:prstGeom>
          <a:gradFill xmlns:a="http://schemas.openxmlformats.org/drawingml/2006/main">
            <a:gsLst>
              <a:gs pos="0">
                <a:srgbClr val="F3EAFF"/>
              </a:gs>
              <a:gs pos="100000">
                <a:srgbClr val="E7D9FA"/>
              </a:gs>
            </a:gsLst>
            <a:lin ang="1500000"/>
          </a:gradFill>
          <a:ln xmlns:a="http://schemas.openxmlformats.org/drawingml/2006/main" w="11430">
            <a:solidFill>
              <a:srgbClr val="9548FF"/>
            </a:solidFill>
            <a:prstDash val="solid"/>
          </a:ln>
        </p:spPr>
      </p:sp>
      <p:sp>
        <p:nvSpPr>
          <p:cNvPr id="117" name="module-95">
            <a:extLst xmlns:a="http://schemas.openxmlformats.org/drawingml/2006/main">
              <a:ext uri="{FF2B5EF4-FFF2-40B4-BE49-F238E27FC236}">
                <a16:creationId xmlns:a16="http://schemas.microsoft.com/office/drawing/2014/main" id="{277F16F1-9344-4650-A432-1302A4CF6C6F}"/>
              </a:ext>
            </a:extLst>
          </p:cNvPr>
          <p:cNvSpPr>
            <a:spLocks xmlns:a="http://schemas.openxmlformats.org/drawingml/2006/main" noGrp="1"/>
          </p:cNvSpPr>
          <p:nvPr/>
        </p:nvSpPr>
        <p:spPr>
          <a:xfrm xmlns:a="http://schemas.openxmlformats.org/drawingml/2006/main">
            <a:off x="5572125" y="6800850"/>
            <a:ext cx="1247775" cy="447675"/>
          </a:xfrm>
          <a:prstGeom xmlns:a="http://schemas.openxmlformats.org/drawingml/2006/main" prst="roundRect">
            <a:avLst>
              <a:gd name="adj" fmla="val 10638"/>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i="0">
                <a:solidFill>
                  <a:srgbClr val="080808"/>
                </a:solidFill>
                <a:latin typeface="Times New Roman"/>
                <a:ea typeface="Times New Roman"/>
                <a:cs typeface="Times New Roman"/>
              </a:defRPr>
            </a:pPr>
            <a:r>
              <a:rPr sz="1575" b="1" i="0">
                <a:solidFill>
                  <a:srgbClr val="080808"/>
                </a:solidFill>
                <a:latin typeface="Times New Roman"/>
                <a:ea typeface="Times New Roman"/>
                <a:cs typeface="Times New Roman"/>
              </a:rPr>
              <a:t>Hierarchical</a:t>
            </a:r>
          </a:p>
          <a:p xmlns:a="http://schemas.openxmlformats.org/drawingml/2006/main">
            <a:pPr algn="ctr">
              <a:defRPr sz="1575" b="1" i="0">
                <a:solidFill>
                  <a:srgbClr val="080808"/>
                </a:solidFill>
                <a:latin typeface="Times New Roman"/>
                <a:ea typeface="Times New Roman"/>
                <a:cs typeface="Times New Roman"/>
              </a:defRPr>
            </a:pPr>
            <a:r>
              <a:rPr sz="1575" b="1" i="0">
                <a:solidFill>
                  <a:srgbClr val="080808"/>
                </a:solidFill>
                <a:latin typeface="Times New Roman"/>
                <a:ea typeface="Times New Roman"/>
                <a:cs typeface="Times New Roman"/>
              </a:rPr>
              <a:t>sparse routing</a:t>
            </a:r>
          </a:p>
        </p:txBody>
      </p:sp>
      <p:sp>
        <p:nvSpPr>
          <p:cNvPr id="118" name="module-96">
            <a:extLst xmlns:a="http://schemas.openxmlformats.org/drawingml/2006/main">
              <a:ext uri="{FF2B5EF4-FFF2-40B4-BE49-F238E27FC236}">
                <a16:creationId xmlns:a16="http://schemas.microsoft.com/office/drawing/2014/main" id="{C3B164D7-3924-443C-B9DB-34A8F11462CE}"/>
              </a:ext>
            </a:extLst>
          </p:cNvPr>
          <p:cNvSpPr>
            <a:spLocks xmlns:a="http://schemas.openxmlformats.org/drawingml/2006/main" noGrp="1"/>
          </p:cNvSpPr>
          <p:nvPr/>
        </p:nvSpPr>
        <p:spPr>
          <a:xfrm xmlns:a="http://schemas.openxmlformats.org/drawingml/2006/main">
            <a:off x="5591175" y="7258050"/>
            <a:ext cx="1247775" cy="247650"/>
          </a:xfrm>
          <a:prstGeom xmlns:a="http://schemas.openxmlformats.org/drawingml/2006/main" prst="roundRect">
            <a:avLst>
              <a:gd name="adj" fmla="val 19231"/>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i="0">
                <a:solidFill>
                  <a:srgbClr val="080808"/>
                </a:solidFill>
                <a:latin typeface="Times New Roman"/>
                <a:ea typeface="Times New Roman"/>
                <a:cs typeface="Times New Roman"/>
              </a:defRPr>
            </a:pPr>
            <a:r>
              <a:rPr sz="1575" b="0" i="0">
                <a:solidFill>
                  <a:srgbClr val="080808"/>
                </a:solidFill>
                <a:latin typeface="Times New Roman"/>
                <a:ea typeface="Times New Roman"/>
                <a:cs typeface="Times New Roman"/>
              </a:rPr>
              <a:t>• group Top-1</a:t>
            </a:r>
          </a:p>
        </p:txBody>
      </p:sp>
      <p:sp>
        <p:nvSpPr>
          <p:cNvPr id="119" name="module-97">
            <a:extLst xmlns:a="http://schemas.openxmlformats.org/drawingml/2006/main">
              <a:ext uri="{FF2B5EF4-FFF2-40B4-BE49-F238E27FC236}">
                <a16:creationId xmlns:a16="http://schemas.microsoft.com/office/drawing/2014/main" id="{EB55DABF-85D2-47E1-9482-72CECAD716ED}"/>
              </a:ext>
            </a:extLst>
          </p:cNvPr>
          <p:cNvSpPr>
            <a:spLocks xmlns:a="http://schemas.openxmlformats.org/drawingml/2006/main" noGrp="1"/>
          </p:cNvSpPr>
          <p:nvPr/>
        </p:nvSpPr>
        <p:spPr>
          <a:xfrm xmlns:a="http://schemas.openxmlformats.org/drawingml/2006/main">
            <a:off x="5591175" y="7524750"/>
            <a:ext cx="1247775" cy="247650"/>
          </a:xfrm>
          <a:prstGeom xmlns:a="http://schemas.openxmlformats.org/drawingml/2006/main" prst="roundRect">
            <a:avLst>
              <a:gd name="adj" fmla="val 19231"/>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i="0">
                <a:solidFill>
                  <a:srgbClr val="080808"/>
                </a:solidFill>
                <a:latin typeface="Times New Roman"/>
                <a:ea typeface="Times New Roman"/>
                <a:cs typeface="Times New Roman"/>
              </a:defRPr>
            </a:pPr>
            <a:r>
              <a:rPr sz="1500" b="0" i="0">
                <a:solidFill>
                  <a:srgbClr val="080808"/>
                </a:solidFill>
                <a:latin typeface="Times New Roman"/>
                <a:ea typeface="Times New Roman"/>
                <a:cs typeface="Times New Roman"/>
              </a:rPr>
              <a:t>• channel Top-2</a:t>
            </a:r>
          </a:p>
        </p:txBody>
      </p:sp>
      <p:sp>
        <p:nvSpPr>
          <p:cNvPr id="120" name="module-98">
            <a:extLst xmlns:a="http://schemas.openxmlformats.org/drawingml/2006/main">
              <a:ext uri="{FF2B5EF4-FFF2-40B4-BE49-F238E27FC236}">
                <a16:creationId xmlns:a16="http://schemas.microsoft.com/office/drawing/2014/main" id="{FB33C3BD-5DF7-425C-B665-65AC6FFBCDA5}"/>
              </a:ext>
            </a:extLst>
          </p:cNvPr>
          <p:cNvSpPr>
            <a:spLocks xmlns:a="http://schemas.openxmlformats.org/drawingml/2006/main" noGrp="1"/>
          </p:cNvSpPr>
          <p:nvPr/>
        </p:nvSpPr>
        <p:spPr>
          <a:xfrm xmlns:a="http://schemas.openxmlformats.org/drawingml/2006/main">
            <a:off x="7153275" y="6619875"/>
            <a:ext cx="1685925" cy="561975"/>
          </a:xfrm>
          <a:prstGeom xmlns:a="http://schemas.openxmlformats.org/drawingml/2006/main" prst="roundRect">
            <a:avLst>
              <a:gd name="adj" fmla="val 11864"/>
            </a:avLst>
          </a:prstGeom>
          <a:gradFill xmlns:a="http://schemas.openxmlformats.org/drawingml/2006/main">
            <a:gsLst>
              <a:gs pos="0">
                <a:srgbClr val="FFF5F1"/>
              </a:gs>
              <a:gs pos="100000">
                <a:srgbClr val="FFDFDD"/>
              </a:gs>
            </a:gsLst>
            <a:lin ang="1500000"/>
          </a:gradFill>
          <a:ln xmlns:a="http://schemas.openxmlformats.org/drawingml/2006/main" w="11430">
            <a:solidFill>
              <a:srgbClr val="FF4949"/>
            </a:solidFill>
            <a:prstDash val="solid"/>
          </a:ln>
        </p:spPr>
      </p:sp>
      <p:sp>
        <p:nvSpPr>
          <p:cNvPr id="121" name="module-99">
            <a:extLst xmlns:a="http://schemas.openxmlformats.org/drawingml/2006/main">
              <a:ext uri="{FF2B5EF4-FFF2-40B4-BE49-F238E27FC236}">
                <a16:creationId xmlns:a16="http://schemas.microsoft.com/office/drawing/2014/main" id="{96E24E28-EFCF-4088-9854-1D784E37926D}"/>
              </a:ext>
            </a:extLst>
          </p:cNvPr>
          <p:cNvSpPr>
            <a:spLocks xmlns:a="http://schemas.openxmlformats.org/drawingml/2006/main" noGrp="1"/>
          </p:cNvSpPr>
          <p:nvPr/>
        </p:nvSpPr>
        <p:spPr>
          <a:xfrm xmlns:a="http://schemas.openxmlformats.org/drawingml/2006/main">
            <a:off x="7219950" y="6667500"/>
            <a:ext cx="1552575" cy="266700"/>
          </a:xfrm>
          <a:prstGeom xmlns:a="http://schemas.openxmlformats.org/drawingml/2006/main" prst="roundRect">
            <a:avLst>
              <a:gd name="adj" fmla="val 17857"/>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080808"/>
                </a:solidFill>
                <a:latin typeface="Times New Roman"/>
                <a:ea typeface="Times New Roman"/>
                <a:cs typeface="Times New Roman"/>
              </a:defRPr>
            </a:pPr>
            <a:r>
              <a:rPr sz="1650" b="1" i="0">
                <a:solidFill>
                  <a:srgbClr val="080808"/>
                </a:solidFill>
                <a:latin typeface="Times New Roman"/>
                <a:ea typeface="Times New Roman"/>
                <a:cs typeface="Times New Roman"/>
              </a:rPr>
              <a:t>Shared expert</a:t>
            </a:r>
          </a:p>
        </p:txBody>
      </p:sp>
      <p:sp>
        <p:nvSpPr>
          <p:cNvPr id="122" name="module-100">
            <a:extLst xmlns:a="http://schemas.openxmlformats.org/drawingml/2006/main">
              <a:ext uri="{FF2B5EF4-FFF2-40B4-BE49-F238E27FC236}">
                <a16:creationId xmlns:a16="http://schemas.microsoft.com/office/drawing/2014/main" id="{70D2F50F-009C-46ED-A9EF-0E5F59B7F2E8}"/>
              </a:ext>
            </a:extLst>
          </p:cNvPr>
          <p:cNvSpPr>
            <a:spLocks xmlns:a="http://schemas.openxmlformats.org/drawingml/2006/main" noGrp="1"/>
          </p:cNvSpPr>
          <p:nvPr/>
        </p:nvSpPr>
        <p:spPr>
          <a:xfrm xmlns:a="http://schemas.openxmlformats.org/drawingml/2006/main">
            <a:off x="7315200" y="6934200"/>
            <a:ext cx="1362075" cy="238125"/>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i="1">
                <a:solidFill>
                  <a:srgbClr val="080808"/>
                </a:solidFill>
                <a:latin typeface="Cambria Math"/>
                <a:ea typeface="Cambria Math"/>
                <a:cs typeface="Cambria Math"/>
              </a:defRPr>
            </a:pPr>
            <a:r>
              <a:rPr sz="1950" b="0" i="1">
                <a:solidFill>
                  <a:srgbClr val="080808"/>
                </a:solidFill>
                <a:latin typeface="Cambria Math"/>
                <a:ea typeface="Cambria Math"/>
                <a:cs typeface="Cambria Math"/>
              </a:rPr>
              <a:t>E₀</a:t>
            </a:r>
          </a:p>
        </p:txBody>
      </p:sp>
      <p:sp>
        <p:nvSpPr>
          <p:cNvPr id="123" name="module-101">
            <a:extLst xmlns:a="http://schemas.openxmlformats.org/drawingml/2006/main">
              <a:ext uri="{FF2B5EF4-FFF2-40B4-BE49-F238E27FC236}">
                <a16:creationId xmlns:a16="http://schemas.microsoft.com/office/drawing/2014/main" id="{5AEF4A57-16D4-401D-A600-0C0FB10A6460}"/>
              </a:ext>
            </a:extLst>
          </p:cNvPr>
          <p:cNvSpPr>
            <a:spLocks xmlns:a="http://schemas.openxmlformats.org/drawingml/2006/main" noGrp="1"/>
          </p:cNvSpPr>
          <p:nvPr/>
        </p:nvSpPr>
        <p:spPr>
          <a:xfrm xmlns:a="http://schemas.openxmlformats.org/drawingml/2006/main">
            <a:off x="7153275" y="7296150"/>
            <a:ext cx="1685925" cy="590550"/>
          </a:xfrm>
          <a:prstGeom xmlns:a="http://schemas.openxmlformats.org/drawingml/2006/main" prst="roundRect">
            <a:avLst>
              <a:gd name="adj" fmla="val 11290"/>
            </a:avLst>
          </a:prstGeom>
          <a:gradFill xmlns:a="http://schemas.openxmlformats.org/drawingml/2006/main">
            <a:gsLst>
              <a:gs pos="0">
                <a:srgbClr val="FFF5F1"/>
              </a:gs>
              <a:gs pos="100000">
                <a:srgbClr val="FFDFDD"/>
              </a:gs>
            </a:gsLst>
            <a:lin ang="1500000"/>
          </a:gradFill>
          <a:ln xmlns:a="http://schemas.openxmlformats.org/drawingml/2006/main" w="11430">
            <a:solidFill>
              <a:srgbClr val="FF4949"/>
            </a:solidFill>
            <a:prstDash val="solid"/>
          </a:ln>
        </p:spPr>
      </p:sp>
      <p:sp>
        <p:nvSpPr>
          <p:cNvPr id="124" name="module-102">
            <a:extLst xmlns:a="http://schemas.openxmlformats.org/drawingml/2006/main">
              <a:ext uri="{FF2B5EF4-FFF2-40B4-BE49-F238E27FC236}">
                <a16:creationId xmlns:a16="http://schemas.microsoft.com/office/drawing/2014/main" id="{F95E9E8B-23AB-4B3F-BEAB-672DF53C4F52}"/>
              </a:ext>
            </a:extLst>
          </p:cNvPr>
          <p:cNvSpPr>
            <a:spLocks xmlns:a="http://schemas.openxmlformats.org/drawingml/2006/main" noGrp="1"/>
          </p:cNvSpPr>
          <p:nvPr/>
        </p:nvSpPr>
        <p:spPr>
          <a:xfrm xmlns:a="http://schemas.openxmlformats.org/drawingml/2006/main">
            <a:off x="7210425" y="7343775"/>
            <a:ext cx="1571625" cy="257175"/>
          </a:xfrm>
          <a:prstGeom xmlns:a="http://schemas.openxmlformats.org/drawingml/2006/main" prst="roundRect">
            <a:avLst>
              <a:gd name="adj" fmla="val 18519"/>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i="0">
                <a:solidFill>
                  <a:srgbClr val="080808"/>
                </a:solidFill>
                <a:latin typeface="Times New Roman"/>
                <a:ea typeface="Times New Roman"/>
                <a:cs typeface="Times New Roman"/>
              </a:defRPr>
            </a:pPr>
            <a:r>
              <a:rPr sz="1350" b="1" i="0">
                <a:solidFill>
                  <a:srgbClr val="080808"/>
                </a:solidFill>
                <a:latin typeface="Times New Roman"/>
                <a:ea typeface="Times New Roman"/>
                <a:cs typeface="Times New Roman"/>
              </a:rPr>
              <a:t>Top-2 routed experts</a:t>
            </a:r>
          </a:p>
        </p:txBody>
      </p:sp>
      <p:sp>
        <p:nvSpPr>
          <p:cNvPr id="125" name="module-103">
            <a:extLst xmlns:a="http://schemas.openxmlformats.org/drawingml/2006/main">
              <a:ext uri="{FF2B5EF4-FFF2-40B4-BE49-F238E27FC236}">
                <a16:creationId xmlns:a16="http://schemas.microsoft.com/office/drawing/2014/main" id="{6DA9F654-A9A8-4AEF-A3A8-44E39629F777}"/>
              </a:ext>
            </a:extLst>
          </p:cNvPr>
          <p:cNvSpPr>
            <a:spLocks xmlns:a="http://schemas.openxmlformats.org/drawingml/2006/main" noGrp="1"/>
          </p:cNvSpPr>
          <p:nvPr/>
        </p:nvSpPr>
        <p:spPr>
          <a:xfrm xmlns:a="http://schemas.openxmlformats.org/drawingml/2006/main">
            <a:off x="7267575" y="7600950"/>
            <a:ext cx="1457325" cy="266700"/>
          </a:xfrm>
          <a:prstGeom xmlns:a="http://schemas.openxmlformats.org/drawingml/2006/main" prst="roundRect">
            <a:avLst>
              <a:gd name="adj" fmla="val 17857"/>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i="1">
                <a:solidFill>
                  <a:srgbClr val="080808"/>
                </a:solidFill>
                <a:latin typeface="Cambria Math"/>
                <a:ea typeface="Cambria Math"/>
                <a:cs typeface="Cambria Math"/>
              </a:defRPr>
            </a:pPr>
            <a:r>
              <a:rPr sz="1950" b="0" i="1">
                <a:solidFill>
                  <a:srgbClr val="080808"/>
                </a:solidFill>
                <a:latin typeface="Cambria Math"/>
                <a:ea typeface="Cambria Math"/>
                <a:cs typeface="Cambria Math"/>
              </a:rPr>
              <a:t>Eₑ₁, Eₑ₂</a:t>
            </a:r>
          </a:p>
        </p:txBody>
      </p:sp>
      <p:sp>
        <p:nvSpPr>
          <p:cNvPr id="126" name="module-104">
            <a:extLst xmlns:a="http://schemas.openxmlformats.org/drawingml/2006/main">
              <a:ext uri="{FF2B5EF4-FFF2-40B4-BE49-F238E27FC236}">
                <a16:creationId xmlns:a16="http://schemas.microsoft.com/office/drawing/2014/main" id="{752E0BDE-D501-44A4-8C0B-8A1691B56848}"/>
              </a:ext>
            </a:extLst>
          </p:cNvPr>
          <p:cNvSpPr>
            <a:spLocks xmlns:a="http://schemas.openxmlformats.org/drawingml/2006/main" noGrp="1"/>
          </p:cNvSpPr>
          <p:nvPr/>
        </p:nvSpPr>
        <p:spPr>
          <a:xfrm xmlns:a="http://schemas.openxmlformats.org/drawingml/2006/main">
            <a:off x="9172575" y="6943725"/>
            <a:ext cx="590550" cy="581025"/>
          </a:xfrm>
          <a:prstGeom xmlns:a="http://schemas.openxmlformats.org/drawingml/2006/main" prst="roundRect">
            <a:avLst>
              <a:gd name="adj" fmla="val 9836"/>
            </a:avLst>
          </a:prstGeom>
          <a:gradFill xmlns:a="http://schemas.openxmlformats.org/drawingml/2006/main">
            <a:gsLst>
              <a:gs pos="0">
                <a:srgbClr val="FFF5F1"/>
              </a:gs>
              <a:gs pos="100000">
                <a:srgbClr val="FFDFDD"/>
              </a:gs>
            </a:gsLst>
            <a:lin ang="1500000"/>
          </a:gradFill>
          <a:ln xmlns:a="http://schemas.openxmlformats.org/drawingml/2006/main" w="11430">
            <a:solidFill>
              <a:srgbClr val="FF4949"/>
            </a:solidFill>
            <a:prstDash val="solid"/>
          </a:ln>
        </p:spPr>
      </p:sp>
      <p:sp>
        <p:nvSpPr>
          <p:cNvPr id="127" name="module-105">
            <a:extLst xmlns:a="http://schemas.openxmlformats.org/drawingml/2006/main">
              <a:ext uri="{FF2B5EF4-FFF2-40B4-BE49-F238E27FC236}">
                <a16:creationId xmlns:a16="http://schemas.microsoft.com/office/drawing/2014/main" id="{54D0DA9A-B55B-4692-81F8-44F35FF13AD5}"/>
              </a:ext>
            </a:extLst>
          </p:cNvPr>
          <p:cNvSpPr>
            <a:spLocks xmlns:a="http://schemas.openxmlformats.org/drawingml/2006/main" noGrp="1"/>
          </p:cNvSpPr>
          <p:nvPr/>
        </p:nvSpPr>
        <p:spPr>
          <a:xfrm xmlns:a="http://schemas.openxmlformats.org/drawingml/2006/main">
            <a:off x="9220200" y="7067550"/>
            <a:ext cx="495300" cy="361950"/>
          </a:xfrm>
          <a:prstGeom xmlns:a="http://schemas.openxmlformats.org/drawingml/2006/main" prst="roundRect">
            <a:avLst>
              <a:gd name="adj" fmla="val 13158"/>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i="0">
                <a:solidFill>
                  <a:srgbClr val="080808"/>
                </a:solidFill>
                <a:latin typeface="Cambria Math"/>
                <a:ea typeface="Cambria Math"/>
                <a:cs typeface="Cambria Math"/>
              </a:defRPr>
            </a:pPr>
            <a:r>
              <a:rPr sz="2175" b="0" i="0">
                <a:solidFill>
                  <a:srgbClr val="080808"/>
                </a:solidFill>
                <a:latin typeface="Cambria Math"/>
                <a:ea typeface="Cambria Math"/>
                <a:cs typeface="Cambria Math"/>
              </a:rPr>
              <a:t>Σ ω</a:t>
            </a:r>
          </a:p>
        </p:txBody>
      </p:sp>
      <p:sp>
        <p:nvSpPr>
          <p:cNvPr id="128" name="module-106">
            <a:extLst xmlns:a="http://schemas.openxmlformats.org/drawingml/2006/main">
              <a:ext uri="{FF2B5EF4-FFF2-40B4-BE49-F238E27FC236}">
                <a16:creationId xmlns:a16="http://schemas.microsoft.com/office/drawing/2014/main" id="{0C61E58F-5BB6-4F78-84AF-EF3BF677EC88}"/>
              </a:ext>
            </a:extLst>
          </p:cNvPr>
          <p:cNvSpPr>
            <a:spLocks xmlns:a="http://schemas.openxmlformats.org/drawingml/2006/main" noGrp="1"/>
          </p:cNvSpPr>
          <p:nvPr/>
        </p:nvSpPr>
        <p:spPr>
          <a:xfrm xmlns:a="http://schemas.openxmlformats.org/drawingml/2006/main">
            <a:off x="5629275" y="8048625"/>
            <a:ext cx="4076700" cy="276225"/>
          </a:xfrm>
          <a:prstGeom xmlns:a="http://schemas.openxmlformats.org/drawingml/2006/main" prst="roundRect">
            <a:avLst>
              <a:gd name="adj" fmla="val 17241"/>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0" i="1">
                <a:solidFill>
                  <a:srgbClr val="080808"/>
                </a:solidFill>
                <a:latin typeface="Times New Roman"/>
                <a:ea typeface="Times New Roman"/>
                <a:cs typeface="Times New Roman"/>
              </a:defRPr>
            </a:pPr>
            <a:r>
              <a:rPr sz="1500" b="0" i="1">
                <a:solidFill>
                  <a:srgbClr val="080808"/>
                </a:solidFill>
                <a:latin typeface="Times New Roman"/>
                <a:ea typeface="Times New Roman"/>
                <a:cs typeface="Times New Roman"/>
              </a:rPr>
              <a:t>nonlinear + linear + low-rank quadratic responses</a:t>
            </a:r>
          </a:p>
        </p:txBody>
      </p:sp>
      <p:sp>
        <p:nvSpPr>
          <p:cNvPr id="129" name="">
            <a:extLst xmlns:a="http://schemas.openxmlformats.org/drawingml/2006/main">
              <a:ext uri="{FF2B5EF4-FFF2-40B4-BE49-F238E27FC236}">
                <a16:creationId xmlns:a16="http://schemas.microsoft.com/office/drawing/2014/main" id="{912A762B-1525-4BBC-951F-C75DAD075738}"/>
              </a:ext>
            </a:extLst>
          </p:cNvPr>
          <p:cNvSpPr>
            <a:spLocks xmlns:a="http://schemas.openxmlformats.org/drawingml/2006/main" noGrp="1"/>
          </p:cNvSpPr>
          <p:nvPr/>
        </p:nvSpPr>
        <p:spPr>
          <a:xfrm xmlns:a="http://schemas.openxmlformats.org/drawingml/2006/main">
            <a:off x="9972675" y="6200775"/>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11111"/>
            </a:solidFill>
          </a:ln>
        </p:spPr>
        <p:txBody>
          <a:bodyPr xmlns:a="http://schemas.openxmlformats.org/drawingml/2006/main" wrap="none" lIns="0" tIns="0" rIns="0" bIns="0" anchor="ctr"/>
          <a:lstStyle xmlns:a="http://schemas.openxmlformats.org/drawingml/2006/main"/>
          <a:p xmlns:a="http://schemas.openxmlformats.org/drawingml/2006/main">
            <a:pPr algn="ctr">
              <a:defRPr sz="2250">
                <a:latin typeface="Times New Roman"/>
                <a:ea typeface="Times New Roman"/>
                <a:cs typeface="Times New Roman"/>
              </a:defRPr>
            </a:pPr>
            <a:r>
              <a:rPr sz="2250">
                <a:latin typeface="Times New Roman"/>
                <a:ea typeface="Times New Roman"/>
                <a:cs typeface="Times New Roman"/>
              </a:rPr>
              <a:t>+</a:t>
            </a:r>
          </a:p>
        </p:txBody>
      </p:sp>
      <p:sp>
        <p:nvSpPr>
          <p:cNvPr id="130" name="module-107">
            <a:extLst xmlns:a="http://schemas.openxmlformats.org/drawingml/2006/main">
              <a:ext uri="{FF2B5EF4-FFF2-40B4-BE49-F238E27FC236}">
                <a16:creationId xmlns:a16="http://schemas.microsoft.com/office/drawing/2014/main" id="{E131D476-28E2-4079-B29B-3AA0AE7887BD}"/>
              </a:ext>
            </a:extLst>
          </p:cNvPr>
          <p:cNvSpPr>
            <a:spLocks xmlns:a="http://schemas.openxmlformats.org/drawingml/2006/main" noGrp="1"/>
          </p:cNvSpPr>
          <p:nvPr/>
        </p:nvSpPr>
        <p:spPr>
          <a:xfrm xmlns:a="http://schemas.openxmlformats.org/drawingml/2006/main">
            <a:off x="10648950" y="6419850"/>
            <a:ext cx="1485900" cy="1152525"/>
          </a:xfrm>
          <a:prstGeom xmlns:a="http://schemas.openxmlformats.org/drawingml/2006/main" prst="roundRect">
            <a:avLst>
              <a:gd name="adj" fmla="val 4959"/>
            </a:avLst>
          </a:prstGeom>
          <a:gradFill xmlns:a="http://schemas.openxmlformats.org/drawingml/2006/main">
            <a:gsLst>
              <a:gs pos="0">
                <a:srgbClr val="F1F3F5"/>
              </a:gs>
              <a:gs pos="100000">
                <a:srgbClr val="DDE3E8"/>
              </a:gs>
            </a:gsLst>
            <a:lin ang="1500000"/>
          </a:gradFill>
          <a:ln xmlns:a="http://schemas.openxmlformats.org/drawingml/2006/main" w="11430">
            <a:solidFill>
              <a:srgbClr val="8496A7"/>
            </a:solidFill>
            <a:prstDash val="solid"/>
          </a:ln>
        </p:spPr>
      </p:sp>
      <p:sp>
        <p:nvSpPr>
          <p:cNvPr id="131" name="module-108">
            <a:extLst xmlns:a="http://schemas.openxmlformats.org/drawingml/2006/main">
              <a:ext uri="{FF2B5EF4-FFF2-40B4-BE49-F238E27FC236}">
                <a16:creationId xmlns:a16="http://schemas.microsoft.com/office/drawing/2014/main" id="{712F222B-0DD2-44F6-84DB-167728160E84}"/>
              </a:ext>
            </a:extLst>
          </p:cNvPr>
          <p:cNvSpPr>
            <a:spLocks xmlns:a="http://schemas.openxmlformats.org/drawingml/2006/main" noGrp="1"/>
          </p:cNvSpPr>
          <p:nvPr/>
        </p:nvSpPr>
        <p:spPr>
          <a:xfrm xmlns:a="http://schemas.openxmlformats.org/drawingml/2006/main">
            <a:off x="10696575" y="6496050"/>
            <a:ext cx="1390650" cy="447675"/>
          </a:xfrm>
          <a:prstGeom xmlns:a="http://schemas.openxmlformats.org/drawingml/2006/main" prst="roundRect">
            <a:avLst>
              <a:gd name="adj" fmla="val 10638"/>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i="0">
                <a:solidFill>
                  <a:srgbClr val="080808"/>
                </a:solidFill>
                <a:latin typeface="Times New Roman"/>
                <a:ea typeface="Times New Roman"/>
                <a:cs typeface="Times New Roman"/>
              </a:defRPr>
            </a:pPr>
            <a:r>
              <a:rPr sz="1575" b="1" i="0">
                <a:solidFill>
                  <a:srgbClr val="080808"/>
                </a:solidFill>
                <a:latin typeface="Times New Roman"/>
                <a:ea typeface="Times New Roman"/>
                <a:cs typeface="Times New Roman"/>
              </a:rPr>
              <a:t>Chart-specific</a:t>
            </a:r>
          </a:p>
          <a:p xmlns:a="http://schemas.openxmlformats.org/drawingml/2006/main">
            <a:pPr algn="ctr">
              <a:defRPr sz="1575" b="1" i="0">
                <a:solidFill>
                  <a:srgbClr val="080808"/>
                </a:solidFill>
                <a:latin typeface="Times New Roman"/>
                <a:ea typeface="Times New Roman"/>
                <a:cs typeface="Times New Roman"/>
              </a:defRPr>
            </a:pPr>
            <a:r>
              <a:rPr sz="1575" b="1" i="0">
                <a:solidFill>
                  <a:srgbClr val="080808"/>
                </a:solidFill>
                <a:latin typeface="Times New Roman"/>
                <a:ea typeface="Times New Roman"/>
                <a:cs typeface="Times New Roman"/>
              </a:rPr>
              <a:t>advancement</a:t>
            </a:r>
          </a:p>
        </p:txBody>
      </p:sp>
      <p:sp>
        <p:nvSpPr>
          <p:cNvPr id="132" name="module-109">
            <a:extLst xmlns:a="http://schemas.openxmlformats.org/drawingml/2006/main">
              <a:ext uri="{FF2B5EF4-FFF2-40B4-BE49-F238E27FC236}">
                <a16:creationId xmlns:a16="http://schemas.microsoft.com/office/drawing/2014/main" id="{D73F0BAA-8638-4B50-81A0-6C5CDDEFD333}"/>
              </a:ext>
            </a:extLst>
          </p:cNvPr>
          <p:cNvSpPr>
            <a:spLocks xmlns:a="http://schemas.openxmlformats.org/drawingml/2006/main" noGrp="1"/>
          </p:cNvSpPr>
          <p:nvPr/>
        </p:nvSpPr>
        <p:spPr>
          <a:xfrm xmlns:a="http://schemas.openxmlformats.org/drawingml/2006/main">
            <a:off x="10887075" y="6943725"/>
            <a:ext cx="1009650" cy="304800"/>
          </a:xfrm>
          <a:prstGeom xmlns:a="http://schemas.openxmlformats.org/drawingml/2006/main" prst="roundRect">
            <a:avLst>
              <a:gd name="adj" fmla="val 15625"/>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i="1">
                <a:solidFill>
                  <a:srgbClr val="080808"/>
                </a:solidFill>
                <a:latin typeface="Cambria Math"/>
                <a:ea typeface="Cambria Math"/>
                <a:cs typeface="Cambria Math"/>
              </a:defRPr>
            </a:pPr>
            <a:r>
              <a:rPr sz="2175" b="0" i="1">
                <a:solidFill>
                  <a:srgbClr val="080808"/>
                </a:solidFill>
                <a:latin typeface="Cambria Math"/>
                <a:ea typeface="Cambria Math"/>
                <a:cs typeface="Cambria Math"/>
              </a:rPr>
              <a:t>Stepᵣ</a:t>
            </a:r>
          </a:p>
        </p:txBody>
      </p:sp>
      <p:sp>
        <p:nvSpPr>
          <p:cNvPr id="133" name="module-110">
            <a:extLst xmlns:a="http://schemas.openxmlformats.org/drawingml/2006/main">
              <a:ext uri="{FF2B5EF4-FFF2-40B4-BE49-F238E27FC236}">
                <a16:creationId xmlns:a16="http://schemas.microsoft.com/office/drawing/2014/main" id="{D45D1B5C-104D-44A5-80E3-F581916B1133}"/>
              </a:ext>
            </a:extLst>
          </p:cNvPr>
          <p:cNvSpPr>
            <a:spLocks xmlns:a="http://schemas.openxmlformats.org/drawingml/2006/main" noGrp="1"/>
          </p:cNvSpPr>
          <p:nvPr/>
        </p:nvSpPr>
        <p:spPr>
          <a:xfrm xmlns:a="http://schemas.openxmlformats.org/drawingml/2006/main">
            <a:off x="10791825" y="7267575"/>
            <a:ext cx="1200150" cy="266700"/>
          </a:xfrm>
          <a:prstGeom xmlns:a="http://schemas.openxmlformats.org/drawingml/2006/main" prst="roundRect">
            <a:avLst>
              <a:gd name="adj" fmla="val 17857"/>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080808"/>
                </a:solidFill>
                <a:latin typeface="Times New Roman"/>
                <a:ea typeface="Times New Roman"/>
                <a:cs typeface="Times New Roman"/>
              </a:defRPr>
            </a:pPr>
            <a:r>
              <a:rPr sz="1575" b="0" i="0">
                <a:solidFill>
                  <a:srgbClr val="080808"/>
                </a:solidFill>
                <a:latin typeface="Times New Roman"/>
                <a:ea typeface="Times New Roman"/>
                <a:cs typeface="Times New Roman"/>
              </a:rPr>
              <a:t>(e.g., RK)</a:t>
            </a:r>
          </a:p>
        </p:txBody>
      </p:sp>
      <p:sp>
        <p:nvSpPr>
          <p:cNvPr id="134" name="module-111">
            <a:extLst xmlns:a="http://schemas.openxmlformats.org/drawingml/2006/main">
              <a:ext uri="{FF2B5EF4-FFF2-40B4-BE49-F238E27FC236}">
                <a16:creationId xmlns:a16="http://schemas.microsoft.com/office/drawing/2014/main" id="{55CA28CB-065A-4FE6-B81D-6E559A0E342D}"/>
              </a:ext>
            </a:extLst>
          </p:cNvPr>
          <p:cNvSpPr>
            <a:spLocks xmlns:a="http://schemas.openxmlformats.org/drawingml/2006/main" noGrp="1"/>
          </p:cNvSpPr>
          <p:nvPr/>
        </p:nvSpPr>
        <p:spPr>
          <a:xfrm xmlns:a="http://schemas.openxmlformats.org/drawingml/2006/main">
            <a:off x="12982575" y="6229350"/>
            <a:ext cx="2000250" cy="1514475"/>
          </a:xfrm>
          <a:prstGeom xmlns:a="http://schemas.openxmlformats.org/drawingml/2006/main" prst="roundRect">
            <a:avLst>
              <a:gd name="adj" fmla="val 5031"/>
            </a:avLst>
          </a:prstGeom>
          <a:gradFill xmlns:a="http://schemas.openxmlformats.org/drawingml/2006/main">
            <a:gsLst>
              <a:gs pos="0">
                <a:srgbClr val="EFF8FF"/>
              </a:gs>
              <a:gs pos="100000">
                <a:srgbClr val="CEE5F8"/>
              </a:gs>
            </a:gsLst>
            <a:lin ang="1500000"/>
          </a:gradFill>
          <a:ln xmlns:a="http://schemas.openxmlformats.org/drawingml/2006/main" w="11430">
            <a:solidFill>
              <a:srgbClr val="0086FF"/>
            </a:solidFill>
            <a:prstDash val="solid"/>
          </a:ln>
        </p:spPr>
      </p:sp>
      <p:sp>
        <p:nvSpPr>
          <p:cNvPr id="135" name="module-112">
            <a:extLst xmlns:a="http://schemas.openxmlformats.org/drawingml/2006/main">
              <a:ext uri="{FF2B5EF4-FFF2-40B4-BE49-F238E27FC236}">
                <a16:creationId xmlns:a16="http://schemas.microsoft.com/office/drawing/2014/main" id="{79E1EABE-83A1-43A8-83D4-84B199BCD54A}"/>
              </a:ext>
            </a:extLst>
          </p:cNvPr>
          <p:cNvSpPr>
            <a:spLocks xmlns:a="http://schemas.openxmlformats.org/drawingml/2006/main" noGrp="1"/>
          </p:cNvSpPr>
          <p:nvPr/>
        </p:nvSpPr>
        <p:spPr>
          <a:xfrm xmlns:a="http://schemas.openxmlformats.org/drawingml/2006/main">
            <a:off x="13077825" y="6334125"/>
            <a:ext cx="1809750" cy="466725"/>
          </a:xfrm>
          <a:prstGeom xmlns:a="http://schemas.openxmlformats.org/drawingml/2006/main" prst="roundRect">
            <a:avLst>
              <a:gd name="adj" fmla="val 10204"/>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080808"/>
                </a:solidFill>
                <a:latin typeface="Times New Roman"/>
                <a:ea typeface="Times New Roman"/>
                <a:cs typeface="Times New Roman"/>
              </a:defRPr>
            </a:pPr>
            <a:r>
              <a:rPr sz="1650" b="1" i="0">
                <a:solidFill>
                  <a:srgbClr val="080808"/>
                </a:solidFill>
                <a:latin typeface="Times New Roman"/>
                <a:ea typeface="Times New Roman"/>
                <a:cs typeface="Times New Roman"/>
              </a:rPr>
              <a:t>Algebraic pressure</a:t>
            </a:r>
          </a:p>
          <a:p xmlns:a="http://schemas.openxmlformats.org/drawingml/2006/main">
            <a:pPr algn="ctr">
              <a:defRPr sz="1650" b="1" i="0">
                <a:solidFill>
                  <a:srgbClr val="080808"/>
                </a:solidFill>
                <a:latin typeface="Times New Roman"/>
                <a:ea typeface="Times New Roman"/>
                <a:cs typeface="Times New Roman"/>
              </a:defRPr>
            </a:pPr>
            <a:r>
              <a:rPr sz="1650" b="1" i="0">
                <a:solidFill>
                  <a:srgbClr val="080808"/>
                </a:solidFill>
                <a:latin typeface="Times New Roman"/>
                <a:ea typeface="Times New Roman"/>
                <a:cs typeface="Times New Roman"/>
              </a:rPr>
              <a:t>reconstruction</a:t>
            </a:r>
          </a:p>
        </p:txBody>
      </p:sp>
      <p:sp>
        <p:nvSpPr>
          <p:cNvPr id="136" name="module-113">
            <a:extLst xmlns:a="http://schemas.openxmlformats.org/drawingml/2006/main">
              <a:ext uri="{FF2B5EF4-FFF2-40B4-BE49-F238E27FC236}">
                <a16:creationId xmlns:a16="http://schemas.microsoft.com/office/drawing/2014/main" id="{05764879-C657-4C31-9BCC-876D39E36E10}"/>
              </a:ext>
            </a:extLst>
          </p:cNvPr>
          <p:cNvSpPr>
            <a:spLocks xmlns:a="http://schemas.openxmlformats.org/drawingml/2006/main" noGrp="1"/>
          </p:cNvSpPr>
          <p:nvPr/>
        </p:nvSpPr>
        <p:spPr>
          <a:xfrm xmlns:a="http://schemas.openxmlformats.org/drawingml/2006/main">
            <a:off x="13087350" y="6819900"/>
            <a:ext cx="1790700" cy="447675"/>
          </a:xfrm>
          <a:prstGeom xmlns:a="http://schemas.openxmlformats.org/drawingml/2006/main" prst="roundRect">
            <a:avLst>
              <a:gd name="adj" fmla="val 10638"/>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080808"/>
                </a:solidFill>
                <a:latin typeface="Times New Roman"/>
                <a:ea typeface="Times New Roman"/>
                <a:cs typeface="Times New Roman"/>
              </a:defRPr>
            </a:pPr>
            <a:r>
              <a:rPr sz="1575" b="0" i="0">
                <a:solidFill>
                  <a:srgbClr val="080808"/>
                </a:solidFill>
                <a:latin typeface="Times New Roman"/>
                <a:ea typeface="Times New Roman"/>
                <a:cs typeface="Times New Roman"/>
              </a:rPr>
              <a:t>(Pressure–Poisson +</a:t>
            </a:r>
          </a:p>
          <a:p xmlns:a="http://schemas.openxmlformats.org/drawingml/2006/main">
            <a:pPr algn="ctr">
              <a:defRPr sz="1575" b="0" i="0">
                <a:solidFill>
                  <a:srgbClr val="080808"/>
                </a:solidFill>
                <a:latin typeface="Times New Roman"/>
                <a:ea typeface="Times New Roman"/>
                <a:cs typeface="Times New Roman"/>
              </a:defRPr>
            </a:pPr>
            <a:r>
              <a:rPr sz="1575" b="0" i="0">
                <a:solidFill>
                  <a:srgbClr val="080808"/>
                </a:solidFill>
                <a:latin typeface="Times New Roman"/>
                <a:ea typeface="Times New Roman"/>
                <a:cs typeface="Times New Roman"/>
              </a:rPr>
              <a:t>learned correction)</a:t>
            </a:r>
          </a:p>
        </p:txBody>
      </p:sp>
      <p:sp>
        <p:nvSpPr>
          <p:cNvPr id="137" name="module-114">
            <a:extLst xmlns:a="http://schemas.openxmlformats.org/drawingml/2006/main">
              <a:ext uri="{FF2B5EF4-FFF2-40B4-BE49-F238E27FC236}">
                <a16:creationId xmlns:a16="http://schemas.microsoft.com/office/drawing/2014/main" id="{4BC07663-2DB8-4A5D-BCE4-9317C4B798C0}"/>
              </a:ext>
            </a:extLst>
          </p:cNvPr>
          <p:cNvSpPr>
            <a:spLocks xmlns:a="http://schemas.openxmlformats.org/drawingml/2006/main" noGrp="1"/>
          </p:cNvSpPr>
          <p:nvPr/>
        </p:nvSpPr>
        <p:spPr>
          <a:xfrm xmlns:a="http://schemas.openxmlformats.org/drawingml/2006/main">
            <a:off x="13382625" y="7324725"/>
            <a:ext cx="628650" cy="323850"/>
          </a:xfrm>
          <a:prstGeom xmlns:a="http://schemas.openxmlformats.org/drawingml/2006/main" prst="roundRect">
            <a:avLst>
              <a:gd name="adj" fmla="val 14706"/>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1">
                <a:solidFill>
                  <a:srgbClr val="080808"/>
                </a:solidFill>
                <a:latin typeface="Cambria Math"/>
                <a:ea typeface="Cambria Math"/>
                <a:cs typeface="Cambria Math"/>
              </a:defRPr>
            </a:pPr>
            <a:r>
              <a:rPr sz="2100" b="0" i="1">
                <a:solidFill>
                  <a:srgbClr val="080808"/>
                </a:solidFill>
                <a:latin typeface="Cambria Math"/>
                <a:ea typeface="Cambria Math"/>
                <a:cs typeface="Cambria Math"/>
              </a:rPr>
              <a:t>Qᵣᴾᴾ</a:t>
            </a:r>
          </a:p>
        </p:txBody>
      </p:sp>
      <p:sp>
        <p:nvSpPr>
          <p:cNvPr id="138" name="module-115">
            <a:extLst xmlns:a="http://schemas.openxmlformats.org/drawingml/2006/main">
              <a:ext uri="{FF2B5EF4-FFF2-40B4-BE49-F238E27FC236}">
                <a16:creationId xmlns:a16="http://schemas.microsoft.com/office/drawing/2014/main" id="{C7C6F277-DCFE-4A3A-A0FE-EA6680549014}"/>
              </a:ext>
            </a:extLst>
          </p:cNvPr>
          <p:cNvSpPr>
            <a:spLocks xmlns:a="http://schemas.openxmlformats.org/drawingml/2006/main" noGrp="1"/>
          </p:cNvSpPr>
          <p:nvPr/>
        </p:nvSpPr>
        <p:spPr>
          <a:xfrm xmlns:a="http://schemas.openxmlformats.org/drawingml/2006/main">
            <a:off x="14001750" y="7324725"/>
            <a:ext cx="257175" cy="323850"/>
          </a:xfrm>
          <a:prstGeom xmlns:a="http://schemas.openxmlformats.org/drawingml/2006/main" prst="roundRect">
            <a:avLst>
              <a:gd name="adj" fmla="val 18519"/>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80808"/>
                </a:solidFill>
                <a:latin typeface="Cambria Math"/>
                <a:ea typeface="Cambria Math"/>
                <a:cs typeface="Cambria Math"/>
              </a:defRPr>
            </a:pPr>
            <a:r>
              <a:rPr sz="2100" b="0" i="0">
                <a:solidFill>
                  <a:srgbClr val="080808"/>
                </a:solidFill>
                <a:latin typeface="Cambria Math"/>
                <a:ea typeface="Cambria Math"/>
                <a:cs typeface="Cambria Math"/>
              </a:rPr>
              <a:t>+</a:t>
            </a:r>
          </a:p>
        </p:txBody>
      </p:sp>
      <p:sp>
        <p:nvSpPr>
          <p:cNvPr id="139" name="module-116">
            <a:extLst xmlns:a="http://schemas.openxmlformats.org/drawingml/2006/main">
              <a:ext uri="{FF2B5EF4-FFF2-40B4-BE49-F238E27FC236}">
                <a16:creationId xmlns:a16="http://schemas.microsoft.com/office/drawing/2014/main" id="{EF462395-EEEC-4662-BCB6-91546861F61E}"/>
              </a:ext>
            </a:extLst>
          </p:cNvPr>
          <p:cNvSpPr>
            <a:spLocks xmlns:a="http://schemas.openxmlformats.org/drawingml/2006/main" noGrp="1"/>
          </p:cNvSpPr>
          <p:nvPr/>
        </p:nvSpPr>
        <p:spPr>
          <a:xfrm xmlns:a="http://schemas.openxmlformats.org/drawingml/2006/main">
            <a:off x="14277975" y="7324725"/>
            <a:ext cx="219075" cy="304800"/>
          </a:xfrm>
          <a:prstGeom xmlns:a="http://schemas.openxmlformats.org/drawingml/2006/main" prst="roundRect">
            <a:avLst>
              <a:gd name="adj" fmla="val 21739"/>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i="1">
                <a:solidFill>
                  <a:srgbClr val="080808"/>
                </a:solidFill>
                <a:latin typeface="Cambria Math"/>
                <a:ea typeface="Cambria Math"/>
                <a:cs typeface="Cambria Math"/>
              </a:defRPr>
            </a:pPr>
            <a:r>
              <a:rPr sz="2175" b="0" i="1">
                <a:solidFill>
                  <a:srgbClr val="080808"/>
                </a:solidFill>
                <a:latin typeface="Cambria Math"/>
                <a:ea typeface="Cambria Math"/>
                <a:cs typeface="Cambria Math"/>
              </a:rPr>
              <a:t>ρ</a:t>
            </a:r>
          </a:p>
        </p:txBody>
      </p:sp>
      <p:sp>
        <p:nvSpPr>
          <p:cNvPr id="140" name="module-117">
            <a:extLst xmlns:a="http://schemas.openxmlformats.org/drawingml/2006/main">
              <a:ext uri="{FF2B5EF4-FFF2-40B4-BE49-F238E27FC236}">
                <a16:creationId xmlns:a16="http://schemas.microsoft.com/office/drawing/2014/main" id="{9E262686-E321-429D-B177-AFFDF6467E38}"/>
              </a:ext>
            </a:extLst>
          </p:cNvPr>
          <p:cNvSpPr>
            <a:spLocks xmlns:a="http://schemas.openxmlformats.org/drawingml/2006/main" noGrp="1"/>
          </p:cNvSpPr>
          <p:nvPr/>
        </p:nvSpPr>
        <p:spPr>
          <a:xfrm xmlns:a="http://schemas.openxmlformats.org/drawingml/2006/main">
            <a:off x="14458950" y="7286625"/>
            <a:ext cx="161925" cy="171450"/>
          </a:xfrm>
          <a:prstGeom xmlns:a="http://schemas.openxmlformats.org/drawingml/2006/main" prst="roundRect">
            <a:avLst>
              <a:gd name="adj" fmla="val 29412"/>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i="1">
                <a:solidFill>
                  <a:srgbClr val="080808"/>
                </a:solidFill>
                <a:latin typeface="Cambria Math"/>
                <a:ea typeface="Cambria Math"/>
                <a:cs typeface="Cambria Math"/>
              </a:defRPr>
            </a:pPr>
            <a:r>
              <a:rPr sz="1350" b="0" i="1">
                <a:solidFill>
                  <a:srgbClr val="080808"/>
                </a:solidFill>
                <a:latin typeface="Cambria Math"/>
                <a:ea typeface="Cambria Math"/>
                <a:cs typeface="Cambria Math"/>
              </a:rPr>
              <a:t>p</a:t>
            </a:r>
          </a:p>
        </p:txBody>
      </p:sp>
      <p:sp>
        <p:nvSpPr>
          <p:cNvPr id="141" name="module-118">
            <a:extLst xmlns:a="http://schemas.openxmlformats.org/drawingml/2006/main">
              <a:ext uri="{FF2B5EF4-FFF2-40B4-BE49-F238E27FC236}">
                <a16:creationId xmlns:a16="http://schemas.microsoft.com/office/drawing/2014/main" id="{903B7680-E8A9-426A-809E-D4795BBBE78B}"/>
              </a:ext>
            </a:extLst>
          </p:cNvPr>
          <p:cNvSpPr>
            <a:spLocks xmlns:a="http://schemas.openxmlformats.org/drawingml/2006/main" noGrp="1"/>
          </p:cNvSpPr>
          <p:nvPr/>
        </p:nvSpPr>
        <p:spPr>
          <a:xfrm xmlns:a="http://schemas.openxmlformats.org/drawingml/2006/main">
            <a:off x="14458950" y="7505700"/>
            <a:ext cx="276225" cy="171450"/>
          </a:xfrm>
          <a:prstGeom xmlns:a="http://schemas.openxmlformats.org/drawingml/2006/main" prst="roundRect">
            <a:avLst>
              <a:gd name="adj" fmla="val 27778"/>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i="1">
                <a:solidFill>
                  <a:srgbClr val="080808"/>
                </a:solidFill>
                <a:latin typeface="Cambria Math"/>
                <a:ea typeface="Cambria Math"/>
                <a:cs typeface="Cambria Math"/>
              </a:defRPr>
            </a:pPr>
            <a:r>
              <a:rPr sz="1275" b="0" i="1">
                <a:solidFill>
                  <a:srgbClr val="080808"/>
                </a:solidFill>
                <a:latin typeface="Cambria Math"/>
                <a:ea typeface="Cambria Math"/>
                <a:cs typeface="Cambria Math"/>
              </a:rPr>
              <a:t>θᵣ</a:t>
            </a:r>
          </a:p>
        </p:txBody>
      </p:sp>
      <p:sp>
        <p:nvSpPr>
          <p:cNvPr id="142" name="module-119">
            <a:extLst xmlns:a="http://schemas.openxmlformats.org/drawingml/2006/main">
              <a:ext uri="{FF2B5EF4-FFF2-40B4-BE49-F238E27FC236}">
                <a16:creationId xmlns:a16="http://schemas.microsoft.com/office/drawing/2014/main" id="{1D0ED5A6-0424-45FD-BB82-A4E54C51D417}"/>
              </a:ext>
            </a:extLst>
          </p:cNvPr>
          <p:cNvSpPr>
            <a:spLocks xmlns:a="http://schemas.openxmlformats.org/drawingml/2006/main" noGrp="1"/>
          </p:cNvSpPr>
          <p:nvPr/>
        </p:nvSpPr>
        <p:spPr>
          <a:xfrm xmlns:a="http://schemas.openxmlformats.org/drawingml/2006/main">
            <a:off x="10410825" y="7858125"/>
            <a:ext cx="1914525" cy="323850"/>
          </a:xfrm>
          <a:prstGeom xmlns:a="http://schemas.openxmlformats.org/drawingml/2006/main" prst="roundRect">
            <a:avLst>
              <a:gd name="adj" fmla="val 14706"/>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i="0">
                <a:solidFill>
                  <a:srgbClr val="080808"/>
                </a:solidFill>
                <a:latin typeface="Times New Roman"/>
                <a:ea typeface="Times New Roman"/>
                <a:cs typeface="Times New Roman"/>
              </a:defRPr>
            </a:pPr>
            <a:r>
              <a:rPr sz="1725" b="1" i="0">
                <a:solidFill>
                  <a:srgbClr val="080808"/>
                </a:solidFill>
                <a:latin typeface="Times New Roman"/>
                <a:ea typeface="Times New Roman"/>
                <a:cs typeface="Times New Roman"/>
              </a:rPr>
              <a:t>Velocity-state update</a:t>
            </a:r>
          </a:p>
        </p:txBody>
      </p:sp>
      <p:sp>
        <p:nvSpPr>
          <p:cNvPr id="143" name="module-120">
            <a:extLst xmlns:a="http://schemas.openxmlformats.org/drawingml/2006/main">
              <a:ext uri="{FF2B5EF4-FFF2-40B4-BE49-F238E27FC236}">
                <a16:creationId xmlns:a16="http://schemas.microsoft.com/office/drawing/2014/main" id="{C3A6A50A-6CEE-48B5-BA4F-860CAF8F514D}"/>
              </a:ext>
            </a:extLst>
          </p:cNvPr>
          <p:cNvSpPr>
            <a:spLocks xmlns:a="http://schemas.openxmlformats.org/drawingml/2006/main" noGrp="1"/>
          </p:cNvSpPr>
          <p:nvPr/>
        </p:nvSpPr>
        <p:spPr>
          <a:xfrm xmlns:a="http://schemas.openxmlformats.org/drawingml/2006/main">
            <a:off x="12858750" y="7858125"/>
            <a:ext cx="2276475" cy="323850"/>
          </a:xfrm>
          <a:prstGeom xmlns:a="http://schemas.openxmlformats.org/drawingml/2006/main" prst="roundRect">
            <a:avLst>
              <a:gd name="adj" fmla="val 14706"/>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i="0">
                <a:solidFill>
                  <a:srgbClr val="080808"/>
                </a:solidFill>
                <a:latin typeface="Times New Roman"/>
                <a:ea typeface="Times New Roman"/>
                <a:cs typeface="Times New Roman"/>
              </a:defRPr>
            </a:pPr>
            <a:r>
              <a:rPr sz="1725" b="1" i="0">
                <a:solidFill>
                  <a:srgbClr val="080808"/>
                </a:solidFill>
                <a:latin typeface="Times New Roman"/>
                <a:ea typeface="Times New Roman"/>
                <a:cs typeface="Times New Roman"/>
              </a:rPr>
              <a:t>Pressure reconstruction</a:t>
            </a:r>
          </a:p>
        </p:txBody>
      </p:sp>
      <p:sp>
        <p:nvSpPr>
          <p:cNvPr id="144" name="module-121">
            <a:extLst xmlns:a="http://schemas.openxmlformats.org/drawingml/2006/main">
              <a:ext uri="{FF2B5EF4-FFF2-40B4-BE49-F238E27FC236}">
                <a16:creationId xmlns:a16="http://schemas.microsoft.com/office/drawing/2014/main" id="{2C147EFA-C798-4D28-88E3-D7B2D072868D}"/>
              </a:ext>
            </a:extLst>
          </p:cNvPr>
          <p:cNvSpPr>
            <a:spLocks xmlns:a="http://schemas.openxmlformats.org/drawingml/2006/main" noGrp="1"/>
          </p:cNvSpPr>
          <p:nvPr/>
        </p:nvSpPr>
        <p:spPr>
          <a:xfrm xmlns:a="http://schemas.openxmlformats.org/drawingml/2006/main">
            <a:off x="12192000" y="6667500"/>
            <a:ext cx="485775" cy="323850"/>
          </a:xfrm>
          <a:prstGeom xmlns:a="http://schemas.openxmlformats.org/drawingml/2006/main" prst="roundRect">
            <a:avLst>
              <a:gd name="adj" fmla="val 14706"/>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i="1">
                <a:solidFill>
                  <a:srgbClr val="080808"/>
                </a:solidFill>
                <a:latin typeface="Cambria Math"/>
                <a:ea typeface="Cambria Math"/>
                <a:cs typeface="Cambria Math"/>
              </a:defRPr>
            </a:pPr>
            <a:r>
              <a:rPr sz="1950" b="0" i="1">
                <a:solidFill>
                  <a:srgbClr val="080808"/>
                </a:solidFill>
                <a:latin typeface="Cambria Math"/>
                <a:ea typeface="Cambria Math"/>
                <a:cs typeface="Cambria Math"/>
              </a:rPr>
              <a:t>aₙ₊₁</a:t>
            </a:r>
          </a:p>
        </p:txBody>
      </p:sp>
      <p:sp>
        <p:nvSpPr>
          <p:cNvPr id="145" name="module-122">
            <a:extLst xmlns:a="http://schemas.openxmlformats.org/drawingml/2006/main">
              <a:ext uri="{FF2B5EF4-FFF2-40B4-BE49-F238E27FC236}">
                <a16:creationId xmlns:a16="http://schemas.microsoft.com/office/drawing/2014/main" id="{3FD5D35F-CA65-444A-B3ED-F9DE6E52873D}"/>
              </a:ext>
            </a:extLst>
          </p:cNvPr>
          <p:cNvSpPr>
            <a:spLocks xmlns:a="http://schemas.openxmlformats.org/drawingml/2006/main" noGrp="1"/>
          </p:cNvSpPr>
          <p:nvPr/>
        </p:nvSpPr>
        <p:spPr>
          <a:xfrm xmlns:a="http://schemas.openxmlformats.org/drawingml/2006/main">
            <a:off x="15125700" y="6667500"/>
            <a:ext cx="628650" cy="323850"/>
          </a:xfrm>
          <a:prstGeom xmlns:a="http://schemas.openxmlformats.org/drawingml/2006/main" prst="roundRect">
            <a:avLst>
              <a:gd name="adj" fmla="val 14706"/>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i="1">
                <a:solidFill>
                  <a:srgbClr val="080808"/>
                </a:solidFill>
                <a:latin typeface="Cambria Math"/>
                <a:ea typeface="Cambria Math"/>
                <a:cs typeface="Cambria Math"/>
              </a:defRPr>
            </a:pPr>
            <a:r>
              <a:rPr sz="1950" b="0" i="1">
                <a:solidFill>
                  <a:srgbClr val="080808"/>
                </a:solidFill>
                <a:latin typeface="Cambria Math"/>
                <a:ea typeface="Cambria Math"/>
                <a:cs typeface="Cambria Math"/>
              </a:rPr>
              <a:t>bₙ₊₁</a:t>
            </a:r>
          </a:p>
        </p:txBody>
      </p:sp>
      <p:sp>
        <p:nvSpPr>
          <p:cNvPr id="146" name="module-123">
            <a:extLst xmlns:a="http://schemas.openxmlformats.org/drawingml/2006/main">
              <a:ext uri="{FF2B5EF4-FFF2-40B4-BE49-F238E27FC236}">
                <a16:creationId xmlns:a16="http://schemas.microsoft.com/office/drawing/2014/main" id="{542F723E-52F0-4DD5-9AEC-289AC2B4FE38}"/>
              </a:ext>
            </a:extLst>
          </p:cNvPr>
          <p:cNvSpPr>
            <a:spLocks xmlns:a="http://schemas.openxmlformats.org/drawingml/2006/main" noGrp="1"/>
          </p:cNvSpPr>
          <p:nvPr/>
        </p:nvSpPr>
        <p:spPr>
          <a:xfrm xmlns:a="http://schemas.openxmlformats.org/drawingml/2006/main">
            <a:off x="12629674" y="59050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147" name="module-124">
            <a:extLst xmlns:a="http://schemas.openxmlformats.org/drawingml/2006/main">
              <a:ext uri="{FF2B5EF4-FFF2-40B4-BE49-F238E27FC236}">
                <a16:creationId xmlns:a16="http://schemas.microsoft.com/office/drawing/2014/main" id="{B106671B-E867-40D6-8DF5-1FACB0D0A7E7}"/>
              </a:ext>
            </a:extLst>
          </p:cNvPr>
          <p:cNvSpPr>
            <a:spLocks xmlns:a="http://schemas.openxmlformats.org/drawingml/2006/main" noGrp="1"/>
          </p:cNvSpPr>
          <p:nvPr/>
        </p:nvSpPr>
        <p:spPr>
          <a:xfrm xmlns:a="http://schemas.openxmlformats.org/drawingml/2006/main">
            <a:off x="12629674" y="828627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383" name=""/>
          <p:cNvCxnSpPr>
            <a:stCxn xmlns:a="http://schemas.openxmlformats.org/drawingml/2006/main" id="146" idx="3"/>
            <a:endCxn xmlns:a="http://schemas.openxmlformats.org/drawingml/2006/main" id="147" idx="1"/>
          </p:cNvCxnSpPr>
          <p:nvPr/>
        </p:nvCxnSpPr>
        <p:spPr>
          <a:xfrm xmlns:a="http://schemas.openxmlformats.org/drawingml/2006/main" flipH="1">
            <a:off x="12629674" y="5905501"/>
            <a:ext cx="953" cy="2381250"/>
          </a:xfrm>
          <a:prstGeom xmlns:a="http://schemas.openxmlformats.org/drawingml/2006/main" prst="straightConnector1">
            <a:avLst/>
          </a:prstGeom>
          <a:ln xmlns:a="http://schemas.openxmlformats.org/drawingml/2006/main" w="11430">
            <a:solidFill>
              <a:srgbClr val="97A3A6"/>
            </a:solidFill>
            <a:prstDash val="dash"/>
            <a:tailEnd type="none" w="med" len="med"/>
          </a:ln>
        </p:spPr>
      </p:cxnSp>
      <p:sp>
        <p:nvSpPr>
          <p:cNvPr id="149" name="module-125">
            <a:extLst xmlns:a="http://schemas.openxmlformats.org/drawingml/2006/main">
              <a:ext uri="{FF2B5EF4-FFF2-40B4-BE49-F238E27FC236}">
                <a16:creationId xmlns:a16="http://schemas.microsoft.com/office/drawing/2014/main" id="{2AB92602-2BC3-42E9-A59A-164DE1068123}"/>
              </a:ext>
            </a:extLst>
          </p:cNvPr>
          <p:cNvSpPr>
            <a:spLocks xmlns:a="http://schemas.openxmlformats.org/drawingml/2006/main" noGrp="1"/>
          </p:cNvSpPr>
          <p:nvPr/>
        </p:nvSpPr>
        <p:spPr>
          <a:xfrm xmlns:a="http://schemas.openxmlformats.org/drawingml/2006/main">
            <a:off x="1333024" y="70194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150" name="module-126">
            <a:extLst xmlns:a="http://schemas.openxmlformats.org/drawingml/2006/main">
              <a:ext uri="{FF2B5EF4-FFF2-40B4-BE49-F238E27FC236}">
                <a16:creationId xmlns:a16="http://schemas.microsoft.com/office/drawing/2014/main" id="{06B23E10-C666-446E-A9AB-222B3C534528}"/>
              </a:ext>
            </a:extLst>
          </p:cNvPr>
          <p:cNvSpPr>
            <a:spLocks xmlns:a="http://schemas.openxmlformats.org/drawingml/2006/main" noGrp="1"/>
          </p:cNvSpPr>
          <p:nvPr/>
        </p:nvSpPr>
        <p:spPr>
          <a:xfrm xmlns:a="http://schemas.openxmlformats.org/drawingml/2006/main">
            <a:off x="1590199" y="70194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386" name=""/>
          <p:cNvCxnSpPr>
            <a:stCxn xmlns:a="http://schemas.openxmlformats.org/drawingml/2006/main" id="149" idx="3"/>
            <a:endCxn xmlns:a="http://schemas.openxmlformats.org/drawingml/2006/main" id="150" idx="1"/>
          </p:cNvCxnSpPr>
          <p:nvPr/>
        </p:nvCxnSpPr>
        <p:spPr>
          <a:xfrm xmlns:a="http://schemas.openxmlformats.org/drawingml/2006/main">
            <a:off x="1333977" y="7019926"/>
            <a:ext cx="256222" cy="0"/>
          </a:xfrm>
          <a:prstGeom xmlns:a="http://schemas.openxmlformats.org/drawingml/2006/main" prst="straightConnector1">
            <a:avLst/>
          </a:prstGeom>
          <a:ln xmlns:a="http://schemas.openxmlformats.org/drawingml/2006/main" w="19050">
            <a:solidFill>
              <a:srgbClr val="111111"/>
            </a:solidFill>
            <a:prstDash val="solid"/>
            <a:tailEnd type="triangle" w="med" len="med"/>
          </a:ln>
        </p:spPr>
      </p:cxnSp>
      <p:sp>
        <p:nvSpPr>
          <p:cNvPr id="152" name="module-127">
            <a:extLst xmlns:a="http://schemas.openxmlformats.org/drawingml/2006/main">
              <a:ext uri="{FF2B5EF4-FFF2-40B4-BE49-F238E27FC236}">
                <a16:creationId xmlns:a16="http://schemas.microsoft.com/office/drawing/2014/main" id="{5D24A83D-9407-46DC-A236-614EFAC656E3}"/>
              </a:ext>
            </a:extLst>
          </p:cNvPr>
          <p:cNvSpPr>
            <a:spLocks xmlns:a="http://schemas.openxmlformats.org/drawingml/2006/main" noGrp="1"/>
          </p:cNvSpPr>
          <p:nvPr/>
        </p:nvSpPr>
        <p:spPr>
          <a:xfrm xmlns:a="http://schemas.openxmlformats.org/drawingml/2006/main">
            <a:off x="3018949" y="70194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153" name="module-128">
            <a:extLst xmlns:a="http://schemas.openxmlformats.org/drawingml/2006/main">
              <a:ext uri="{FF2B5EF4-FFF2-40B4-BE49-F238E27FC236}">
                <a16:creationId xmlns:a16="http://schemas.microsoft.com/office/drawing/2014/main" id="{CBB77A8C-027E-4123-975E-146A6588C076}"/>
              </a:ext>
            </a:extLst>
          </p:cNvPr>
          <p:cNvSpPr>
            <a:spLocks xmlns:a="http://schemas.openxmlformats.org/drawingml/2006/main" noGrp="1"/>
          </p:cNvSpPr>
          <p:nvPr/>
        </p:nvSpPr>
        <p:spPr>
          <a:xfrm xmlns:a="http://schemas.openxmlformats.org/drawingml/2006/main">
            <a:off x="3276124" y="70194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389" name=""/>
          <p:cNvCxnSpPr>
            <a:stCxn xmlns:a="http://schemas.openxmlformats.org/drawingml/2006/main" id="152" idx="3"/>
            <a:endCxn xmlns:a="http://schemas.openxmlformats.org/drawingml/2006/main" id="153" idx="1"/>
          </p:cNvCxnSpPr>
          <p:nvPr/>
        </p:nvCxnSpPr>
        <p:spPr>
          <a:xfrm xmlns:a="http://schemas.openxmlformats.org/drawingml/2006/main">
            <a:off x="3019902" y="7019926"/>
            <a:ext cx="256222" cy="0"/>
          </a:xfrm>
          <a:prstGeom xmlns:a="http://schemas.openxmlformats.org/drawingml/2006/main" prst="straightConnector1">
            <a:avLst/>
          </a:prstGeom>
          <a:ln xmlns:a="http://schemas.openxmlformats.org/drawingml/2006/main" w="19050">
            <a:solidFill>
              <a:srgbClr val="111111"/>
            </a:solidFill>
            <a:prstDash val="solid"/>
            <a:tailEnd type="triangle" w="med" len="med"/>
          </a:ln>
        </p:spPr>
      </p:cxnSp>
      <p:sp>
        <p:nvSpPr>
          <p:cNvPr id="155" name="module-129">
            <a:extLst xmlns:a="http://schemas.openxmlformats.org/drawingml/2006/main">
              <a:ext uri="{FF2B5EF4-FFF2-40B4-BE49-F238E27FC236}">
                <a16:creationId xmlns:a16="http://schemas.microsoft.com/office/drawing/2014/main" id="{415A97B9-1BDC-4427-8553-B971CE9AB215}"/>
              </a:ext>
            </a:extLst>
          </p:cNvPr>
          <p:cNvSpPr>
            <a:spLocks xmlns:a="http://schemas.openxmlformats.org/drawingml/2006/main" noGrp="1"/>
          </p:cNvSpPr>
          <p:nvPr/>
        </p:nvSpPr>
        <p:spPr>
          <a:xfrm xmlns:a="http://schemas.openxmlformats.org/drawingml/2006/main">
            <a:off x="4666774" y="68956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156" name="module-130">
            <a:extLst xmlns:a="http://schemas.openxmlformats.org/drawingml/2006/main">
              <a:ext uri="{FF2B5EF4-FFF2-40B4-BE49-F238E27FC236}">
                <a16:creationId xmlns:a16="http://schemas.microsoft.com/office/drawing/2014/main" id="{87D656A2-0A1D-41C5-A7D3-029DCD1BB871}"/>
              </a:ext>
            </a:extLst>
          </p:cNvPr>
          <p:cNvSpPr>
            <a:spLocks xmlns:a="http://schemas.openxmlformats.org/drawingml/2006/main" noGrp="1"/>
          </p:cNvSpPr>
          <p:nvPr/>
        </p:nvSpPr>
        <p:spPr>
          <a:xfrm xmlns:a="http://schemas.openxmlformats.org/drawingml/2006/main">
            <a:off x="5209699" y="68956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392" name=""/>
          <p:cNvCxnSpPr>
            <a:stCxn xmlns:a="http://schemas.openxmlformats.org/drawingml/2006/main" id="155" idx="3"/>
            <a:endCxn xmlns:a="http://schemas.openxmlformats.org/drawingml/2006/main" id="156" idx="1"/>
          </p:cNvCxnSpPr>
          <p:nvPr/>
        </p:nvCxnSpPr>
        <p:spPr>
          <a:xfrm xmlns:a="http://schemas.openxmlformats.org/drawingml/2006/main">
            <a:off x="4667727" y="6896101"/>
            <a:ext cx="541972" cy="0"/>
          </a:xfrm>
          <a:prstGeom xmlns:a="http://schemas.openxmlformats.org/drawingml/2006/main" prst="straightConnector1">
            <a:avLst/>
          </a:prstGeom>
          <a:ln xmlns:a="http://schemas.openxmlformats.org/drawingml/2006/main" w="19050">
            <a:solidFill>
              <a:srgbClr val="111111"/>
            </a:solidFill>
            <a:prstDash val="solid"/>
            <a:tailEnd type="none" w="med" len="med"/>
          </a:ln>
        </p:spPr>
      </p:cxnSp>
      <p:sp>
        <p:nvSpPr>
          <p:cNvPr id="158" name="module-131">
            <a:extLst xmlns:a="http://schemas.openxmlformats.org/drawingml/2006/main">
              <a:ext uri="{FF2B5EF4-FFF2-40B4-BE49-F238E27FC236}">
                <a16:creationId xmlns:a16="http://schemas.microsoft.com/office/drawing/2014/main" id="{A96954C5-09F2-43DB-B181-EF68C3B78A4E}"/>
              </a:ext>
            </a:extLst>
          </p:cNvPr>
          <p:cNvSpPr>
            <a:spLocks xmlns:a="http://schemas.openxmlformats.org/drawingml/2006/main" noGrp="1"/>
          </p:cNvSpPr>
          <p:nvPr/>
        </p:nvSpPr>
        <p:spPr>
          <a:xfrm xmlns:a="http://schemas.openxmlformats.org/drawingml/2006/main">
            <a:off x="5209699" y="68956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159" name="module-132">
            <a:extLst xmlns:a="http://schemas.openxmlformats.org/drawingml/2006/main">
              <a:ext uri="{FF2B5EF4-FFF2-40B4-BE49-F238E27FC236}">
                <a16:creationId xmlns:a16="http://schemas.microsoft.com/office/drawing/2014/main" id="{A1F84464-A12C-4CC4-B55E-8980CF0E5910}"/>
              </a:ext>
            </a:extLst>
          </p:cNvPr>
          <p:cNvSpPr>
            <a:spLocks xmlns:a="http://schemas.openxmlformats.org/drawingml/2006/main" noGrp="1"/>
          </p:cNvSpPr>
          <p:nvPr/>
        </p:nvSpPr>
        <p:spPr>
          <a:xfrm xmlns:a="http://schemas.openxmlformats.org/drawingml/2006/main">
            <a:off x="5209699" y="58002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395" name=""/>
          <p:cNvCxnSpPr>
            <a:stCxn xmlns:a="http://schemas.openxmlformats.org/drawingml/2006/main" id="158" idx="3"/>
            <a:endCxn xmlns:a="http://schemas.openxmlformats.org/drawingml/2006/main" id="159" idx="1"/>
          </p:cNvCxnSpPr>
          <p:nvPr/>
        </p:nvCxnSpPr>
        <p:spPr>
          <a:xfrm xmlns:a="http://schemas.openxmlformats.org/drawingml/2006/main" flipH="1" flipV="1">
            <a:off x="5209699" y="5800726"/>
            <a:ext cx="953" cy="1095375"/>
          </a:xfrm>
          <a:prstGeom xmlns:a="http://schemas.openxmlformats.org/drawingml/2006/main" prst="straightConnector1">
            <a:avLst/>
          </a:prstGeom>
          <a:ln xmlns:a="http://schemas.openxmlformats.org/drawingml/2006/main" w="19050">
            <a:solidFill>
              <a:srgbClr val="111111"/>
            </a:solidFill>
            <a:prstDash val="solid"/>
            <a:tailEnd type="none" w="med" len="med"/>
          </a:ln>
        </p:spPr>
      </p:cxnSp>
      <p:sp>
        <p:nvSpPr>
          <p:cNvPr id="161" name="module-133">
            <a:extLst xmlns:a="http://schemas.openxmlformats.org/drawingml/2006/main">
              <a:ext uri="{FF2B5EF4-FFF2-40B4-BE49-F238E27FC236}">
                <a16:creationId xmlns:a16="http://schemas.microsoft.com/office/drawing/2014/main" id="{661C6931-46EA-4D14-8F95-D1D2759608C3}"/>
              </a:ext>
            </a:extLst>
          </p:cNvPr>
          <p:cNvSpPr>
            <a:spLocks xmlns:a="http://schemas.openxmlformats.org/drawingml/2006/main" noGrp="1"/>
          </p:cNvSpPr>
          <p:nvPr/>
        </p:nvSpPr>
        <p:spPr>
          <a:xfrm xmlns:a="http://schemas.openxmlformats.org/drawingml/2006/main">
            <a:off x="5209699" y="58002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162" name="module-134">
            <a:extLst xmlns:a="http://schemas.openxmlformats.org/drawingml/2006/main">
              <a:ext uri="{FF2B5EF4-FFF2-40B4-BE49-F238E27FC236}">
                <a16:creationId xmlns:a16="http://schemas.microsoft.com/office/drawing/2014/main" id="{08B0D3AA-10C9-40D1-A6CC-1302A4EBDBD2}"/>
              </a:ext>
            </a:extLst>
          </p:cNvPr>
          <p:cNvSpPr>
            <a:spLocks xmlns:a="http://schemas.openxmlformats.org/drawingml/2006/main" noGrp="1"/>
          </p:cNvSpPr>
          <p:nvPr/>
        </p:nvSpPr>
        <p:spPr>
          <a:xfrm xmlns:a="http://schemas.openxmlformats.org/drawingml/2006/main">
            <a:off x="6457474" y="58002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398" name=""/>
          <p:cNvCxnSpPr>
            <a:stCxn xmlns:a="http://schemas.openxmlformats.org/drawingml/2006/main" id="161" idx="3"/>
            <a:endCxn xmlns:a="http://schemas.openxmlformats.org/drawingml/2006/main" id="162" idx="1"/>
          </p:cNvCxnSpPr>
          <p:nvPr/>
        </p:nvCxnSpPr>
        <p:spPr>
          <a:xfrm xmlns:a="http://schemas.openxmlformats.org/drawingml/2006/main">
            <a:off x="5210652" y="5800726"/>
            <a:ext cx="1246822" cy="0"/>
          </a:xfrm>
          <a:prstGeom xmlns:a="http://schemas.openxmlformats.org/drawingml/2006/main" prst="straightConnector1">
            <a:avLst/>
          </a:prstGeom>
          <a:ln xmlns:a="http://schemas.openxmlformats.org/drawingml/2006/main" w="19050">
            <a:solidFill>
              <a:srgbClr val="111111"/>
            </a:solidFill>
            <a:prstDash val="solid"/>
            <a:tailEnd type="triangle" w="med" len="med"/>
          </a:ln>
        </p:spPr>
      </p:cxnSp>
      <p:sp>
        <p:nvSpPr>
          <p:cNvPr id="164" name="module-135">
            <a:extLst xmlns:a="http://schemas.openxmlformats.org/drawingml/2006/main">
              <a:ext uri="{FF2B5EF4-FFF2-40B4-BE49-F238E27FC236}">
                <a16:creationId xmlns:a16="http://schemas.microsoft.com/office/drawing/2014/main" id="{A0078813-4980-4BF5-B72E-DFF93ED24B17}"/>
              </a:ext>
            </a:extLst>
          </p:cNvPr>
          <p:cNvSpPr>
            <a:spLocks xmlns:a="http://schemas.openxmlformats.org/drawingml/2006/main" noGrp="1"/>
          </p:cNvSpPr>
          <p:nvPr/>
        </p:nvSpPr>
        <p:spPr>
          <a:xfrm xmlns:a="http://schemas.openxmlformats.org/drawingml/2006/main">
            <a:off x="4666774" y="68956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165" name="module-136">
            <a:extLst xmlns:a="http://schemas.openxmlformats.org/drawingml/2006/main">
              <a:ext uri="{FF2B5EF4-FFF2-40B4-BE49-F238E27FC236}">
                <a16:creationId xmlns:a16="http://schemas.microsoft.com/office/drawing/2014/main" id="{44E89988-891E-4CC6-AEB1-B20928E31557}"/>
              </a:ext>
            </a:extLst>
          </p:cNvPr>
          <p:cNvSpPr>
            <a:spLocks xmlns:a="http://schemas.openxmlformats.org/drawingml/2006/main" noGrp="1"/>
          </p:cNvSpPr>
          <p:nvPr/>
        </p:nvSpPr>
        <p:spPr>
          <a:xfrm xmlns:a="http://schemas.openxmlformats.org/drawingml/2006/main">
            <a:off x="4952524" y="68956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401" name=""/>
          <p:cNvCxnSpPr>
            <a:stCxn xmlns:a="http://schemas.openxmlformats.org/drawingml/2006/main" id="164" idx="3"/>
            <a:endCxn xmlns:a="http://schemas.openxmlformats.org/drawingml/2006/main" id="165" idx="1"/>
          </p:cNvCxnSpPr>
          <p:nvPr/>
        </p:nvCxnSpPr>
        <p:spPr>
          <a:xfrm xmlns:a="http://schemas.openxmlformats.org/drawingml/2006/main">
            <a:off x="4667727" y="6896101"/>
            <a:ext cx="284797" cy="0"/>
          </a:xfrm>
          <a:prstGeom xmlns:a="http://schemas.openxmlformats.org/drawingml/2006/main" prst="straightConnector1">
            <a:avLst/>
          </a:prstGeom>
          <a:ln xmlns:a="http://schemas.openxmlformats.org/drawingml/2006/main" w="19050">
            <a:solidFill>
              <a:srgbClr val="111111"/>
            </a:solidFill>
            <a:prstDash val="solid"/>
            <a:tailEnd type="none" w="med" len="med"/>
          </a:ln>
        </p:spPr>
      </p:cxnSp>
      <p:sp>
        <p:nvSpPr>
          <p:cNvPr id="167" name="module-137">
            <a:extLst xmlns:a="http://schemas.openxmlformats.org/drawingml/2006/main">
              <a:ext uri="{FF2B5EF4-FFF2-40B4-BE49-F238E27FC236}">
                <a16:creationId xmlns:a16="http://schemas.microsoft.com/office/drawing/2014/main" id="{46AA2318-F7ED-42FC-AC9F-3CAF041B792A}"/>
              </a:ext>
            </a:extLst>
          </p:cNvPr>
          <p:cNvSpPr>
            <a:spLocks xmlns:a="http://schemas.openxmlformats.org/drawingml/2006/main" noGrp="1"/>
          </p:cNvSpPr>
          <p:nvPr/>
        </p:nvSpPr>
        <p:spPr>
          <a:xfrm xmlns:a="http://schemas.openxmlformats.org/drawingml/2006/main">
            <a:off x="4952524" y="68956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168" name="module-138">
            <a:extLst xmlns:a="http://schemas.openxmlformats.org/drawingml/2006/main">
              <a:ext uri="{FF2B5EF4-FFF2-40B4-BE49-F238E27FC236}">
                <a16:creationId xmlns:a16="http://schemas.microsoft.com/office/drawing/2014/main" id="{DF575CFD-F93D-411E-87E8-02F29E9467E7}"/>
              </a:ext>
            </a:extLst>
          </p:cNvPr>
          <p:cNvSpPr>
            <a:spLocks xmlns:a="http://schemas.openxmlformats.org/drawingml/2006/main" noGrp="1"/>
          </p:cNvSpPr>
          <p:nvPr/>
        </p:nvSpPr>
        <p:spPr>
          <a:xfrm xmlns:a="http://schemas.openxmlformats.org/drawingml/2006/main">
            <a:off x="4952524" y="72480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404" name=""/>
          <p:cNvCxnSpPr>
            <a:stCxn xmlns:a="http://schemas.openxmlformats.org/drawingml/2006/main" id="167" idx="3"/>
            <a:endCxn xmlns:a="http://schemas.openxmlformats.org/drawingml/2006/main" id="168" idx="1"/>
          </p:cNvCxnSpPr>
          <p:nvPr/>
        </p:nvCxnSpPr>
        <p:spPr>
          <a:xfrm xmlns:a="http://schemas.openxmlformats.org/drawingml/2006/main" flipH="1">
            <a:off x="4952524" y="6896101"/>
            <a:ext cx="953" cy="352425"/>
          </a:xfrm>
          <a:prstGeom xmlns:a="http://schemas.openxmlformats.org/drawingml/2006/main" prst="straightConnector1">
            <a:avLst/>
          </a:prstGeom>
          <a:ln xmlns:a="http://schemas.openxmlformats.org/drawingml/2006/main" w="19050">
            <a:solidFill>
              <a:srgbClr val="111111"/>
            </a:solidFill>
            <a:prstDash val="solid"/>
            <a:tailEnd type="none" w="med" len="med"/>
          </a:ln>
        </p:spPr>
      </p:cxnSp>
      <p:sp>
        <p:nvSpPr>
          <p:cNvPr id="170" name="module-139">
            <a:extLst xmlns:a="http://schemas.openxmlformats.org/drawingml/2006/main">
              <a:ext uri="{FF2B5EF4-FFF2-40B4-BE49-F238E27FC236}">
                <a16:creationId xmlns:a16="http://schemas.microsoft.com/office/drawing/2014/main" id="{DDA7FDDF-4342-4D00-B92F-AA84889C7C70}"/>
              </a:ext>
            </a:extLst>
          </p:cNvPr>
          <p:cNvSpPr>
            <a:spLocks xmlns:a="http://schemas.openxmlformats.org/drawingml/2006/main" noGrp="1"/>
          </p:cNvSpPr>
          <p:nvPr/>
        </p:nvSpPr>
        <p:spPr>
          <a:xfrm xmlns:a="http://schemas.openxmlformats.org/drawingml/2006/main">
            <a:off x="4952524" y="72480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171" name="module-140">
            <a:extLst xmlns:a="http://schemas.openxmlformats.org/drawingml/2006/main">
              <a:ext uri="{FF2B5EF4-FFF2-40B4-BE49-F238E27FC236}">
                <a16:creationId xmlns:a16="http://schemas.microsoft.com/office/drawing/2014/main" id="{F0655156-D816-4CAF-B1F7-F9C717E5ACA9}"/>
              </a:ext>
            </a:extLst>
          </p:cNvPr>
          <p:cNvSpPr>
            <a:spLocks xmlns:a="http://schemas.openxmlformats.org/drawingml/2006/main" noGrp="1"/>
          </p:cNvSpPr>
          <p:nvPr/>
        </p:nvSpPr>
        <p:spPr>
          <a:xfrm xmlns:a="http://schemas.openxmlformats.org/drawingml/2006/main">
            <a:off x="5514499" y="72480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407" name=""/>
          <p:cNvCxnSpPr>
            <a:stCxn xmlns:a="http://schemas.openxmlformats.org/drawingml/2006/main" id="170" idx="3"/>
            <a:endCxn xmlns:a="http://schemas.openxmlformats.org/drawingml/2006/main" id="171" idx="1"/>
          </p:cNvCxnSpPr>
          <p:nvPr/>
        </p:nvCxnSpPr>
        <p:spPr>
          <a:xfrm xmlns:a="http://schemas.openxmlformats.org/drawingml/2006/main">
            <a:off x="4953477" y="7248526"/>
            <a:ext cx="561022" cy="0"/>
          </a:xfrm>
          <a:prstGeom xmlns:a="http://schemas.openxmlformats.org/drawingml/2006/main" prst="straightConnector1">
            <a:avLst/>
          </a:prstGeom>
          <a:ln xmlns:a="http://schemas.openxmlformats.org/drawingml/2006/main" w="19050">
            <a:solidFill>
              <a:srgbClr val="111111"/>
            </a:solidFill>
            <a:prstDash val="solid"/>
            <a:tailEnd type="triangle" w="med" len="med"/>
          </a:ln>
        </p:spPr>
      </p:cxnSp>
      <p:sp>
        <p:nvSpPr>
          <p:cNvPr id="173" name="module-141">
            <a:extLst xmlns:a="http://schemas.openxmlformats.org/drawingml/2006/main">
              <a:ext uri="{FF2B5EF4-FFF2-40B4-BE49-F238E27FC236}">
                <a16:creationId xmlns:a16="http://schemas.microsoft.com/office/drawing/2014/main" id="{C9F8EDBA-E472-45B6-9EED-9AD6EBD43D5A}"/>
              </a:ext>
            </a:extLst>
          </p:cNvPr>
          <p:cNvSpPr>
            <a:spLocks xmlns:a="http://schemas.openxmlformats.org/drawingml/2006/main" noGrp="1"/>
          </p:cNvSpPr>
          <p:nvPr/>
        </p:nvSpPr>
        <p:spPr>
          <a:xfrm xmlns:a="http://schemas.openxmlformats.org/drawingml/2006/main">
            <a:off x="9410224" y="58002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174" name="module-142">
            <a:extLst xmlns:a="http://schemas.openxmlformats.org/drawingml/2006/main">
              <a:ext uri="{FF2B5EF4-FFF2-40B4-BE49-F238E27FC236}">
                <a16:creationId xmlns:a16="http://schemas.microsoft.com/office/drawing/2014/main" id="{1DBA2335-E421-467A-B3AC-BD0B318D8A6F}"/>
              </a:ext>
            </a:extLst>
          </p:cNvPr>
          <p:cNvSpPr>
            <a:spLocks xmlns:a="http://schemas.openxmlformats.org/drawingml/2006/main" noGrp="1"/>
          </p:cNvSpPr>
          <p:nvPr/>
        </p:nvSpPr>
        <p:spPr>
          <a:xfrm xmlns:a="http://schemas.openxmlformats.org/drawingml/2006/main">
            <a:off x="10153174" y="58002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410" name=""/>
          <p:cNvCxnSpPr>
            <a:stCxn xmlns:a="http://schemas.openxmlformats.org/drawingml/2006/main" id="173" idx="3"/>
            <a:endCxn xmlns:a="http://schemas.openxmlformats.org/drawingml/2006/main" id="174" idx="1"/>
          </p:cNvCxnSpPr>
          <p:nvPr/>
        </p:nvCxnSpPr>
        <p:spPr>
          <a:xfrm xmlns:a="http://schemas.openxmlformats.org/drawingml/2006/main">
            <a:off x="9411177" y="5800726"/>
            <a:ext cx="741997" cy="0"/>
          </a:xfrm>
          <a:prstGeom xmlns:a="http://schemas.openxmlformats.org/drawingml/2006/main" prst="straightConnector1">
            <a:avLst/>
          </a:prstGeom>
          <a:ln xmlns:a="http://schemas.openxmlformats.org/drawingml/2006/main" w="19050">
            <a:solidFill>
              <a:srgbClr val="111111"/>
            </a:solidFill>
            <a:prstDash val="solid"/>
            <a:tailEnd type="none" w="med" len="med"/>
          </a:ln>
        </p:spPr>
      </p:cxnSp>
      <p:sp>
        <p:nvSpPr>
          <p:cNvPr id="176" name="module-143">
            <a:extLst xmlns:a="http://schemas.openxmlformats.org/drawingml/2006/main">
              <a:ext uri="{FF2B5EF4-FFF2-40B4-BE49-F238E27FC236}">
                <a16:creationId xmlns:a16="http://schemas.microsoft.com/office/drawing/2014/main" id="{797D84CE-7A86-45CC-9C0A-6BE71E0AD296}"/>
              </a:ext>
            </a:extLst>
          </p:cNvPr>
          <p:cNvSpPr>
            <a:spLocks xmlns:a="http://schemas.openxmlformats.org/drawingml/2006/main" noGrp="1"/>
          </p:cNvSpPr>
          <p:nvPr/>
        </p:nvSpPr>
        <p:spPr>
          <a:xfrm xmlns:a="http://schemas.openxmlformats.org/drawingml/2006/main">
            <a:off x="10153174" y="58002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177" name="module-144">
            <a:extLst xmlns:a="http://schemas.openxmlformats.org/drawingml/2006/main">
              <a:ext uri="{FF2B5EF4-FFF2-40B4-BE49-F238E27FC236}">
                <a16:creationId xmlns:a16="http://schemas.microsoft.com/office/drawing/2014/main" id="{72591830-2D57-45D5-8DEC-C98F6517CE3E}"/>
              </a:ext>
            </a:extLst>
          </p:cNvPr>
          <p:cNvSpPr>
            <a:spLocks xmlns:a="http://schemas.openxmlformats.org/drawingml/2006/main" noGrp="1"/>
          </p:cNvSpPr>
          <p:nvPr/>
        </p:nvSpPr>
        <p:spPr>
          <a:xfrm xmlns:a="http://schemas.openxmlformats.org/drawingml/2006/main">
            <a:off x="10153174" y="620029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413" name=""/>
          <p:cNvCxnSpPr>
            <a:stCxn xmlns:a="http://schemas.openxmlformats.org/drawingml/2006/main" id="176" idx="3"/>
            <a:endCxn xmlns:a="http://schemas.openxmlformats.org/drawingml/2006/main" id="177" idx="1"/>
          </p:cNvCxnSpPr>
          <p:nvPr/>
        </p:nvCxnSpPr>
        <p:spPr>
          <a:xfrm xmlns:a="http://schemas.openxmlformats.org/drawingml/2006/main" flipH="1">
            <a:off x="10153174" y="5800726"/>
            <a:ext cx="953" cy="400050"/>
          </a:xfrm>
          <a:prstGeom xmlns:a="http://schemas.openxmlformats.org/drawingml/2006/main" prst="straightConnector1">
            <a:avLst/>
          </a:prstGeom>
          <a:ln xmlns:a="http://schemas.openxmlformats.org/drawingml/2006/main" w="19050">
            <a:solidFill>
              <a:srgbClr val="111111"/>
            </a:solidFill>
            <a:prstDash val="solid"/>
            <a:tailEnd type="triangle" w="med" len="med"/>
          </a:ln>
        </p:spPr>
      </p:cxnSp>
      <p:sp>
        <p:nvSpPr>
          <p:cNvPr id="179" name="module-145">
            <a:extLst xmlns:a="http://schemas.openxmlformats.org/drawingml/2006/main">
              <a:ext uri="{FF2B5EF4-FFF2-40B4-BE49-F238E27FC236}">
                <a16:creationId xmlns:a16="http://schemas.microsoft.com/office/drawing/2014/main" id="{C8AA5428-C4B8-43A8-8C45-9D05FB2C3204}"/>
              </a:ext>
            </a:extLst>
          </p:cNvPr>
          <p:cNvSpPr>
            <a:spLocks xmlns:a="http://schemas.openxmlformats.org/drawingml/2006/main" noGrp="1"/>
          </p:cNvSpPr>
          <p:nvPr/>
        </p:nvSpPr>
        <p:spPr>
          <a:xfrm xmlns:a="http://schemas.openxmlformats.org/drawingml/2006/main">
            <a:off x="6876574" y="70575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180" name="module-146">
            <a:extLst xmlns:a="http://schemas.openxmlformats.org/drawingml/2006/main">
              <a:ext uri="{FF2B5EF4-FFF2-40B4-BE49-F238E27FC236}">
                <a16:creationId xmlns:a16="http://schemas.microsoft.com/office/drawing/2014/main" id="{1E0DCD88-048C-4F70-BF39-DDDCC2E172CF}"/>
              </a:ext>
            </a:extLst>
          </p:cNvPr>
          <p:cNvSpPr>
            <a:spLocks xmlns:a="http://schemas.openxmlformats.org/drawingml/2006/main" noGrp="1"/>
          </p:cNvSpPr>
          <p:nvPr/>
        </p:nvSpPr>
        <p:spPr>
          <a:xfrm xmlns:a="http://schemas.openxmlformats.org/drawingml/2006/main">
            <a:off x="6952774" y="70575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416" name=""/>
          <p:cNvCxnSpPr>
            <a:stCxn xmlns:a="http://schemas.openxmlformats.org/drawingml/2006/main" id="179" idx="3"/>
            <a:endCxn xmlns:a="http://schemas.openxmlformats.org/drawingml/2006/main" id="180" idx="1"/>
          </p:cNvCxnSpPr>
          <p:nvPr/>
        </p:nvCxnSpPr>
        <p:spPr>
          <a:xfrm xmlns:a="http://schemas.openxmlformats.org/drawingml/2006/main">
            <a:off x="6877527" y="7058026"/>
            <a:ext cx="75247" cy="0"/>
          </a:xfrm>
          <a:prstGeom xmlns:a="http://schemas.openxmlformats.org/drawingml/2006/main" prst="straightConnector1">
            <a:avLst/>
          </a:prstGeom>
          <a:ln xmlns:a="http://schemas.openxmlformats.org/drawingml/2006/main" w="19050">
            <a:solidFill>
              <a:srgbClr val="111111"/>
            </a:solidFill>
            <a:prstDash val="solid"/>
            <a:tailEnd type="none" w="med" len="med"/>
          </a:ln>
        </p:spPr>
      </p:cxnSp>
      <p:sp>
        <p:nvSpPr>
          <p:cNvPr id="182" name="module-147">
            <a:extLst xmlns:a="http://schemas.openxmlformats.org/drawingml/2006/main">
              <a:ext uri="{FF2B5EF4-FFF2-40B4-BE49-F238E27FC236}">
                <a16:creationId xmlns:a16="http://schemas.microsoft.com/office/drawing/2014/main" id="{7A120C73-0867-4495-A929-065B88AC9C54}"/>
              </a:ext>
            </a:extLst>
          </p:cNvPr>
          <p:cNvSpPr>
            <a:spLocks xmlns:a="http://schemas.openxmlformats.org/drawingml/2006/main" noGrp="1"/>
          </p:cNvSpPr>
          <p:nvPr/>
        </p:nvSpPr>
        <p:spPr>
          <a:xfrm xmlns:a="http://schemas.openxmlformats.org/drawingml/2006/main">
            <a:off x="6952774" y="70575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183" name="module-148">
            <a:extLst xmlns:a="http://schemas.openxmlformats.org/drawingml/2006/main">
              <a:ext uri="{FF2B5EF4-FFF2-40B4-BE49-F238E27FC236}">
                <a16:creationId xmlns:a16="http://schemas.microsoft.com/office/drawing/2014/main" id="{727F4DA6-D7B4-4F15-BFE2-5A994DDC4E43}"/>
              </a:ext>
            </a:extLst>
          </p:cNvPr>
          <p:cNvSpPr>
            <a:spLocks xmlns:a="http://schemas.openxmlformats.org/drawingml/2006/main" noGrp="1"/>
          </p:cNvSpPr>
          <p:nvPr/>
        </p:nvSpPr>
        <p:spPr>
          <a:xfrm xmlns:a="http://schemas.openxmlformats.org/drawingml/2006/main">
            <a:off x="6952774" y="68956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419" name=""/>
          <p:cNvCxnSpPr>
            <a:stCxn xmlns:a="http://schemas.openxmlformats.org/drawingml/2006/main" id="182" idx="3"/>
            <a:endCxn xmlns:a="http://schemas.openxmlformats.org/drawingml/2006/main" id="183" idx="1"/>
          </p:cNvCxnSpPr>
          <p:nvPr/>
        </p:nvCxnSpPr>
        <p:spPr>
          <a:xfrm xmlns:a="http://schemas.openxmlformats.org/drawingml/2006/main" flipH="1" flipV="1">
            <a:off x="6952774" y="6896101"/>
            <a:ext cx="953" cy="161925"/>
          </a:xfrm>
          <a:prstGeom xmlns:a="http://schemas.openxmlformats.org/drawingml/2006/main" prst="straightConnector1">
            <a:avLst/>
          </a:prstGeom>
          <a:ln xmlns:a="http://schemas.openxmlformats.org/drawingml/2006/main" w="19050">
            <a:solidFill>
              <a:srgbClr val="111111"/>
            </a:solidFill>
            <a:prstDash val="solid"/>
            <a:tailEnd type="none" w="med" len="med"/>
          </a:ln>
        </p:spPr>
      </p:cxnSp>
      <p:sp>
        <p:nvSpPr>
          <p:cNvPr id="185" name="module-149">
            <a:extLst xmlns:a="http://schemas.openxmlformats.org/drawingml/2006/main">
              <a:ext uri="{FF2B5EF4-FFF2-40B4-BE49-F238E27FC236}">
                <a16:creationId xmlns:a16="http://schemas.microsoft.com/office/drawing/2014/main" id="{7B020F2C-0A23-4507-87A0-0F5BA96EBCA8}"/>
              </a:ext>
            </a:extLst>
          </p:cNvPr>
          <p:cNvSpPr>
            <a:spLocks xmlns:a="http://schemas.openxmlformats.org/drawingml/2006/main" noGrp="1"/>
          </p:cNvSpPr>
          <p:nvPr/>
        </p:nvSpPr>
        <p:spPr>
          <a:xfrm xmlns:a="http://schemas.openxmlformats.org/drawingml/2006/main">
            <a:off x="6952774" y="68956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186" name="module-150">
            <a:extLst xmlns:a="http://schemas.openxmlformats.org/drawingml/2006/main">
              <a:ext uri="{FF2B5EF4-FFF2-40B4-BE49-F238E27FC236}">
                <a16:creationId xmlns:a16="http://schemas.microsoft.com/office/drawing/2014/main" id="{61CEE4A3-CF2B-4376-BD39-17DF2E5DE61C}"/>
              </a:ext>
            </a:extLst>
          </p:cNvPr>
          <p:cNvSpPr>
            <a:spLocks xmlns:a="http://schemas.openxmlformats.org/drawingml/2006/main" noGrp="1"/>
          </p:cNvSpPr>
          <p:nvPr/>
        </p:nvSpPr>
        <p:spPr>
          <a:xfrm xmlns:a="http://schemas.openxmlformats.org/drawingml/2006/main">
            <a:off x="7152799" y="68956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422" name=""/>
          <p:cNvCxnSpPr>
            <a:stCxn xmlns:a="http://schemas.openxmlformats.org/drawingml/2006/main" id="185" idx="3"/>
            <a:endCxn xmlns:a="http://schemas.openxmlformats.org/drawingml/2006/main" id="186" idx="1"/>
          </p:cNvCxnSpPr>
          <p:nvPr/>
        </p:nvCxnSpPr>
        <p:spPr>
          <a:xfrm xmlns:a="http://schemas.openxmlformats.org/drawingml/2006/main">
            <a:off x="6953727" y="6896101"/>
            <a:ext cx="199072" cy="0"/>
          </a:xfrm>
          <a:prstGeom xmlns:a="http://schemas.openxmlformats.org/drawingml/2006/main" prst="straightConnector1">
            <a:avLst/>
          </a:prstGeom>
          <a:ln xmlns:a="http://schemas.openxmlformats.org/drawingml/2006/main" w="19050">
            <a:solidFill>
              <a:srgbClr val="111111"/>
            </a:solidFill>
            <a:prstDash val="solid"/>
            <a:tailEnd type="triangle" w="med" len="med"/>
          </a:ln>
        </p:spPr>
      </p:cxnSp>
      <p:sp>
        <p:nvSpPr>
          <p:cNvPr id="188" name="module-151">
            <a:extLst xmlns:a="http://schemas.openxmlformats.org/drawingml/2006/main">
              <a:ext uri="{FF2B5EF4-FFF2-40B4-BE49-F238E27FC236}">
                <a16:creationId xmlns:a16="http://schemas.microsoft.com/office/drawing/2014/main" id="{74295431-D0C6-429E-9B58-ADB4FEE16B56}"/>
              </a:ext>
            </a:extLst>
          </p:cNvPr>
          <p:cNvSpPr>
            <a:spLocks xmlns:a="http://schemas.openxmlformats.org/drawingml/2006/main" noGrp="1"/>
          </p:cNvSpPr>
          <p:nvPr/>
        </p:nvSpPr>
        <p:spPr>
          <a:xfrm xmlns:a="http://schemas.openxmlformats.org/drawingml/2006/main">
            <a:off x="6876574" y="74290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189" name="module-152">
            <a:extLst xmlns:a="http://schemas.openxmlformats.org/drawingml/2006/main">
              <a:ext uri="{FF2B5EF4-FFF2-40B4-BE49-F238E27FC236}">
                <a16:creationId xmlns:a16="http://schemas.microsoft.com/office/drawing/2014/main" id="{4A06EA7A-BD8C-4058-A12C-A5490108E2BE}"/>
              </a:ext>
            </a:extLst>
          </p:cNvPr>
          <p:cNvSpPr>
            <a:spLocks xmlns:a="http://schemas.openxmlformats.org/drawingml/2006/main" noGrp="1"/>
          </p:cNvSpPr>
          <p:nvPr/>
        </p:nvSpPr>
        <p:spPr>
          <a:xfrm xmlns:a="http://schemas.openxmlformats.org/drawingml/2006/main">
            <a:off x="6952774" y="74290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425" name=""/>
          <p:cNvCxnSpPr>
            <a:stCxn xmlns:a="http://schemas.openxmlformats.org/drawingml/2006/main" id="188" idx="3"/>
            <a:endCxn xmlns:a="http://schemas.openxmlformats.org/drawingml/2006/main" id="189" idx="1"/>
          </p:cNvCxnSpPr>
          <p:nvPr/>
        </p:nvCxnSpPr>
        <p:spPr>
          <a:xfrm xmlns:a="http://schemas.openxmlformats.org/drawingml/2006/main">
            <a:off x="6877527" y="7429501"/>
            <a:ext cx="75247" cy="0"/>
          </a:xfrm>
          <a:prstGeom xmlns:a="http://schemas.openxmlformats.org/drawingml/2006/main" prst="straightConnector1">
            <a:avLst/>
          </a:prstGeom>
          <a:ln xmlns:a="http://schemas.openxmlformats.org/drawingml/2006/main" w="19050">
            <a:solidFill>
              <a:srgbClr val="111111"/>
            </a:solidFill>
            <a:prstDash val="solid"/>
            <a:tailEnd type="none" w="med" len="med"/>
          </a:ln>
        </p:spPr>
      </p:cxnSp>
      <p:sp>
        <p:nvSpPr>
          <p:cNvPr id="191" name="module-153">
            <a:extLst xmlns:a="http://schemas.openxmlformats.org/drawingml/2006/main">
              <a:ext uri="{FF2B5EF4-FFF2-40B4-BE49-F238E27FC236}">
                <a16:creationId xmlns:a16="http://schemas.microsoft.com/office/drawing/2014/main" id="{01492EDE-B9FF-415F-BFC8-338B3644BD9D}"/>
              </a:ext>
            </a:extLst>
          </p:cNvPr>
          <p:cNvSpPr>
            <a:spLocks xmlns:a="http://schemas.openxmlformats.org/drawingml/2006/main" noGrp="1"/>
          </p:cNvSpPr>
          <p:nvPr/>
        </p:nvSpPr>
        <p:spPr>
          <a:xfrm xmlns:a="http://schemas.openxmlformats.org/drawingml/2006/main">
            <a:off x="6952774" y="74290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192" name="module-154">
            <a:extLst xmlns:a="http://schemas.openxmlformats.org/drawingml/2006/main">
              <a:ext uri="{FF2B5EF4-FFF2-40B4-BE49-F238E27FC236}">
                <a16:creationId xmlns:a16="http://schemas.microsoft.com/office/drawing/2014/main" id="{15510884-ACBD-424A-89B8-115D0578BCAD}"/>
              </a:ext>
            </a:extLst>
          </p:cNvPr>
          <p:cNvSpPr>
            <a:spLocks xmlns:a="http://schemas.openxmlformats.org/drawingml/2006/main" noGrp="1"/>
          </p:cNvSpPr>
          <p:nvPr/>
        </p:nvSpPr>
        <p:spPr>
          <a:xfrm xmlns:a="http://schemas.openxmlformats.org/drawingml/2006/main">
            <a:off x="6952774" y="760047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428" name=""/>
          <p:cNvCxnSpPr>
            <a:stCxn xmlns:a="http://schemas.openxmlformats.org/drawingml/2006/main" id="191" idx="3"/>
            <a:endCxn xmlns:a="http://schemas.openxmlformats.org/drawingml/2006/main" id="192" idx="1"/>
          </p:cNvCxnSpPr>
          <p:nvPr/>
        </p:nvCxnSpPr>
        <p:spPr>
          <a:xfrm xmlns:a="http://schemas.openxmlformats.org/drawingml/2006/main" flipH="1">
            <a:off x="6952774" y="7429501"/>
            <a:ext cx="953" cy="171450"/>
          </a:xfrm>
          <a:prstGeom xmlns:a="http://schemas.openxmlformats.org/drawingml/2006/main" prst="straightConnector1">
            <a:avLst/>
          </a:prstGeom>
          <a:ln xmlns:a="http://schemas.openxmlformats.org/drawingml/2006/main" w="19050">
            <a:solidFill>
              <a:srgbClr val="111111"/>
            </a:solidFill>
            <a:prstDash val="solid"/>
            <a:tailEnd type="none" w="med" len="med"/>
          </a:ln>
        </p:spPr>
      </p:cxnSp>
      <p:sp>
        <p:nvSpPr>
          <p:cNvPr id="194" name="module-155">
            <a:extLst xmlns:a="http://schemas.openxmlformats.org/drawingml/2006/main">
              <a:ext uri="{FF2B5EF4-FFF2-40B4-BE49-F238E27FC236}">
                <a16:creationId xmlns:a16="http://schemas.microsoft.com/office/drawing/2014/main" id="{6E2B20C4-7D04-4C2C-A655-89F5E4DD20FF}"/>
              </a:ext>
            </a:extLst>
          </p:cNvPr>
          <p:cNvSpPr>
            <a:spLocks xmlns:a="http://schemas.openxmlformats.org/drawingml/2006/main" noGrp="1"/>
          </p:cNvSpPr>
          <p:nvPr/>
        </p:nvSpPr>
        <p:spPr>
          <a:xfrm xmlns:a="http://schemas.openxmlformats.org/drawingml/2006/main">
            <a:off x="6952774" y="760047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195" name="module-156">
            <a:extLst xmlns:a="http://schemas.openxmlformats.org/drawingml/2006/main">
              <a:ext uri="{FF2B5EF4-FFF2-40B4-BE49-F238E27FC236}">
                <a16:creationId xmlns:a16="http://schemas.microsoft.com/office/drawing/2014/main" id="{AA58BE90-A10A-4E46-A305-3E04FA68E1C0}"/>
              </a:ext>
            </a:extLst>
          </p:cNvPr>
          <p:cNvSpPr>
            <a:spLocks xmlns:a="http://schemas.openxmlformats.org/drawingml/2006/main" noGrp="1"/>
          </p:cNvSpPr>
          <p:nvPr/>
        </p:nvSpPr>
        <p:spPr>
          <a:xfrm xmlns:a="http://schemas.openxmlformats.org/drawingml/2006/main">
            <a:off x="7152799" y="760047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431" name=""/>
          <p:cNvCxnSpPr>
            <a:stCxn xmlns:a="http://schemas.openxmlformats.org/drawingml/2006/main" id="194" idx="3"/>
            <a:endCxn xmlns:a="http://schemas.openxmlformats.org/drawingml/2006/main" id="195" idx="1"/>
          </p:cNvCxnSpPr>
          <p:nvPr/>
        </p:nvCxnSpPr>
        <p:spPr>
          <a:xfrm xmlns:a="http://schemas.openxmlformats.org/drawingml/2006/main">
            <a:off x="6953727" y="7600951"/>
            <a:ext cx="199072" cy="0"/>
          </a:xfrm>
          <a:prstGeom xmlns:a="http://schemas.openxmlformats.org/drawingml/2006/main" prst="straightConnector1">
            <a:avLst/>
          </a:prstGeom>
          <a:ln xmlns:a="http://schemas.openxmlformats.org/drawingml/2006/main" w="19050">
            <a:solidFill>
              <a:srgbClr val="111111"/>
            </a:solidFill>
            <a:prstDash val="solid"/>
            <a:tailEnd type="triangle" w="med" len="med"/>
          </a:ln>
        </p:spPr>
      </p:cxnSp>
      <p:sp>
        <p:nvSpPr>
          <p:cNvPr id="197" name="module-157">
            <a:extLst xmlns:a="http://schemas.openxmlformats.org/drawingml/2006/main">
              <a:ext uri="{FF2B5EF4-FFF2-40B4-BE49-F238E27FC236}">
                <a16:creationId xmlns:a16="http://schemas.microsoft.com/office/drawing/2014/main" id="{98E965FA-A684-45F4-AF91-78C2C911847B}"/>
              </a:ext>
            </a:extLst>
          </p:cNvPr>
          <p:cNvSpPr>
            <a:spLocks xmlns:a="http://schemas.openxmlformats.org/drawingml/2006/main" noGrp="1"/>
          </p:cNvSpPr>
          <p:nvPr/>
        </p:nvSpPr>
        <p:spPr>
          <a:xfrm xmlns:a="http://schemas.openxmlformats.org/drawingml/2006/main">
            <a:off x="8838724" y="68956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198" name="module-158">
            <a:extLst xmlns:a="http://schemas.openxmlformats.org/drawingml/2006/main">
              <a:ext uri="{FF2B5EF4-FFF2-40B4-BE49-F238E27FC236}">
                <a16:creationId xmlns:a16="http://schemas.microsoft.com/office/drawing/2014/main" id="{CCAFBC44-EC51-4E62-BB8F-2C6EE27B6961}"/>
              </a:ext>
            </a:extLst>
          </p:cNvPr>
          <p:cNvSpPr>
            <a:spLocks xmlns:a="http://schemas.openxmlformats.org/drawingml/2006/main" noGrp="1"/>
          </p:cNvSpPr>
          <p:nvPr/>
        </p:nvSpPr>
        <p:spPr>
          <a:xfrm xmlns:a="http://schemas.openxmlformats.org/drawingml/2006/main">
            <a:off x="9000649" y="68956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434" name=""/>
          <p:cNvCxnSpPr>
            <a:stCxn xmlns:a="http://schemas.openxmlformats.org/drawingml/2006/main" id="197" idx="3"/>
            <a:endCxn xmlns:a="http://schemas.openxmlformats.org/drawingml/2006/main" id="198" idx="1"/>
          </p:cNvCxnSpPr>
          <p:nvPr/>
        </p:nvCxnSpPr>
        <p:spPr>
          <a:xfrm xmlns:a="http://schemas.openxmlformats.org/drawingml/2006/main">
            <a:off x="8839677" y="6896101"/>
            <a:ext cx="160972" cy="0"/>
          </a:xfrm>
          <a:prstGeom xmlns:a="http://schemas.openxmlformats.org/drawingml/2006/main" prst="straightConnector1">
            <a:avLst/>
          </a:prstGeom>
          <a:ln xmlns:a="http://schemas.openxmlformats.org/drawingml/2006/main" w="19050">
            <a:solidFill>
              <a:srgbClr val="111111"/>
            </a:solidFill>
            <a:prstDash val="solid"/>
            <a:tailEnd type="none" w="med" len="med"/>
          </a:ln>
        </p:spPr>
      </p:cxnSp>
      <p:sp>
        <p:nvSpPr>
          <p:cNvPr id="200" name="module-159">
            <a:extLst xmlns:a="http://schemas.openxmlformats.org/drawingml/2006/main">
              <a:ext uri="{FF2B5EF4-FFF2-40B4-BE49-F238E27FC236}">
                <a16:creationId xmlns:a16="http://schemas.microsoft.com/office/drawing/2014/main" id="{36EBF9EC-0DC0-4700-BBC1-C5AF5B2DCF27}"/>
              </a:ext>
            </a:extLst>
          </p:cNvPr>
          <p:cNvSpPr>
            <a:spLocks xmlns:a="http://schemas.openxmlformats.org/drawingml/2006/main" noGrp="1"/>
          </p:cNvSpPr>
          <p:nvPr/>
        </p:nvSpPr>
        <p:spPr>
          <a:xfrm xmlns:a="http://schemas.openxmlformats.org/drawingml/2006/main">
            <a:off x="9000649" y="68956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201" name="module-160">
            <a:extLst xmlns:a="http://schemas.openxmlformats.org/drawingml/2006/main">
              <a:ext uri="{FF2B5EF4-FFF2-40B4-BE49-F238E27FC236}">
                <a16:creationId xmlns:a16="http://schemas.microsoft.com/office/drawing/2014/main" id="{21E68603-E284-45F4-84B7-E850CB3AD240}"/>
              </a:ext>
            </a:extLst>
          </p:cNvPr>
          <p:cNvSpPr>
            <a:spLocks xmlns:a="http://schemas.openxmlformats.org/drawingml/2006/main" noGrp="1"/>
          </p:cNvSpPr>
          <p:nvPr/>
        </p:nvSpPr>
        <p:spPr>
          <a:xfrm xmlns:a="http://schemas.openxmlformats.org/drawingml/2006/main">
            <a:off x="9000649" y="71337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437" name=""/>
          <p:cNvCxnSpPr>
            <a:stCxn xmlns:a="http://schemas.openxmlformats.org/drawingml/2006/main" id="200" idx="3"/>
            <a:endCxn xmlns:a="http://schemas.openxmlformats.org/drawingml/2006/main" id="201" idx="1"/>
          </p:cNvCxnSpPr>
          <p:nvPr/>
        </p:nvCxnSpPr>
        <p:spPr>
          <a:xfrm xmlns:a="http://schemas.openxmlformats.org/drawingml/2006/main" flipH="1">
            <a:off x="9000649" y="6896101"/>
            <a:ext cx="953" cy="238125"/>
          </a:xfrm>
          <a:prstGeom xmlns:a="http://schemas.openxmlformats.org/drawingml/2006/main" prst="straightConnector1">
            <a:avLst/>
          </a:prstGeom>
          <a:ln xmlns:a="http://schemas.openxmlformats.org/drawingml/2006/main" w="19050">
            <a:solidFill>
              <a:srgbClr val="111111"/>
            </a:solidFill>
            <a:prstDash val="solid"/>
            <a:tailEnd type="none" w="med" len="med"/>
          </a:ln>
        </p:spPr>
      </p:cxnSp>
      <p:sp>
        <p:nvSpPr>
          <p:cNvPr id="203" name="module-161">
            <a:extLst xmlns:a="http://schemas.openxmlformats.org/drawingml/2006/main">
              <a:ext uri="{FF2B5EF4-FFF2-40B4-BE49-F238E27FC236}">
                <a16:creationId xmlns:a16="http://schemas.microsoft.com/office/drawing/2014/main" id="{00CE552F-B4FD-4586-8EE6-59BCD8191CA3}"/>
              </a:ext>
            </a:extLst>
          </p:cNvPr>
          <p:cNvSpPr>
            <a:spLocks xmlns:a="http://schemas.openxmlformats.org/drawingml/2006/main" noGrp="1"/>
          </p:cNvSpPr>
          <p:nvPr/>
        </p:nvSpPr>
        <p:spPr>
          <a:xfrm xmlns:a="http://schemas.openxmlformats.org/drawingml/2006/main">
            <a:off x="9000649" y="71337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204" name="module-162">
            <a:extLst xmlns:a="http://schemas.openxmlformats.org/drawingml/2006/main">
              <a:ext uri="{FF2B5EF4-FFF2-40B4-BE49-F238E27FC236}">
                <a16:creationId xmlns:a16="http://schemas.microsoft.com/office/drawing/2014/main" id="{313742E4-1D5A-45A3-AC8D-5AF9533838BE}"/>
              </a:ext>
            </a:extLst>
          </p:cNvPr>
          <p:cNvSpPr>
            <a:spLocks xmlns:a="http://schemas.openxmlformats.org/drawingml/2006/main" noGrp="1"/>
          </p:cNvSpPr>
          <p:nvPr/>
        </p:nvSpPr>
        <p:spPr>
          <a:xfrm xmlns:a="http://schemas.openxmlformats.org/drawingml/2006/main">
            <a:off x="9172099" y="71337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440" name=""/>
          <p:cNvCxnSpPr>
            <a:stCxn xmlns:a="http://schemas.openxmlformats.org/drawingml/2006/main" id="203" idx="3"/>
            <a:endCxn xmlns:a="http://schemas.openxmlformats.org/drawingml/2006/main" id="204" idx="1"/>
          </p:cNvCxnSpPr>
          <p:nvPr/>
        </p:nvCxnSpPr>
        <p:spPr>
          <a:xfrm xmlns:a="http://schemas.openxmlformats.org/drawingml/2006/main">
            <a:off x="9001602" y="7134226"/>
            <a:ext cx="170497" cy="0"/>
          </a:xfrm>
          <a:prstGeom xmlns:a="http://schemas.openxmlformats.org/drawingml/2006/main" prst="straightConnector1">
            <a:avLst/>
          </a:prstGeom>
          <a:ln xmlns:a="http://schemas.openxmlformats.org/drawingml/2006/main" w="19050">
            <a:solidFill>
              <a:srgbClr val="111111"/>
            </a:solidFill>
            <a:prstDash val="solid"/>
            <a:tailEnd type="triangle" w="med" len="med"/>
          </a:ln>
        </p:spPr>
      </p:cxnSp>
      <p:sp>
        <p:nvSpPr>
          <p:cNvPr id="206" name="module-163">
            <a:extLst xmlns:a="http://schemas.openxmlformats.org/drawingml/2006/main">
              <a:ext uri="{FF2B5EF4-FFF2-40B4-BE49-F238E27FC236}">
                <a16:creationId xmlns:a16="http://schemas.microsoft.com/office/drawing/2014/main" id="{2CC54979-DE65-4BF4-8ADF-D8D38EE7ECA7}"/>
              </a:ext>
            </a:extLst>
          </p:cNvPr>
          <p:cNvSpPr>
            <a:spLocks xmlns:a="http://schemas.openxmlformats.org/drawingml/2006/main" noGrp="1"/>
          </p:cNvSpPr>
          <p:nvPr/>
        </p:nvSpPr>
        <p:spPr>
          <a:xfrm xmlns:a="http://schemas.openxmlformats.org/drawingml/2006/main">
            <a:off x="8838724" y="760047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207" name="module-164">
            <a:extLst xmlns:a="http://schemas.openxmlformats.org/drawingml/2006/main">
              <a:ext uri="{FF2B5EF4-FFF2-40B4-BE49-F238E27FC236}">
                <a16:creationId xmlns:a16="http://schemas.microsoft.com/office/drawing/2014/main" id="{8AA9EE10-F341-41A9-AD09-694E702F7584}"/>
              </a:ext>
            </a:extLst>
          </p:cNvPr>
          <p:cNvSpPr>
            <a:spLocks xmlns:a="http://schemas.openxmlformats.org/drawingml/2006/main" noGrp="1"/>
          </p:cNvSpPr>
          <p:nvPr/>
        </p:nvSpPr>
        <p:spPr>
          <a:xfrm xmlns:a="http://schemas.openxmlformats.org/drawingml/2006/main">
            <a:off x="9000649" y="760047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443" name=""/>
          <p:cNvCxnSpPr>
            <a:stCxn xmlns:a="http://schemas.openxmlformats.org/drawingml/2006/main" id="206" idx="3"/>
            <a:endCxn xmlns:a="http://schemas.openxmlformats.org/drawingml/2006/main" id="207" idx="1"/>
          </p:cNvCxnSpPr>
          <p:nvPr/>
        </p:nvCxnSpPr>
        <p:spPr>
          <a:xfrm xmlns:a="http://schemas.openxmlformats.org/drawingml/2006/main">
            <a:off x="8839677" y="7600951"/>
            <a:ext cx="160972" cy="0"/>
          </a:xfrm>
          <a:prstGeom xmlns:a="http://schemas.openxmlformats.org/drawingml/2006/main" prst="straightConnector1">
            <a:avLst/>
          </a:prstGeom>
          <a:ln xmlns:a="http://schemas.openxmlformats.org/drawingml/2006/main" w="19050">
            <a:solidFill>
              <a:srgbClr val="111111"/>
            </a:solidFill>
            <a:prstDash val="solid"/>
            <a:tailEnd type="none" w="med" len="med"/>
          </a:ln>
        </p:spPr>
      </p:cxnSp>
      <p:sp>
        <p:nvSpPr>
          <p:cNvPr id="209" name="module-165">
            <a:extLst xmlns:a="http://schemas.openxmlformats.org/drawingml/2006/main">
              <a:ext uri="{FF2B5EF4-FFF2-40B4-BE49-F238E27FC236}">
                <a16:creationId xmlns:a16="http://schemas.microsoft.com/office/drawing/2014/main" id="{444BDB4A-DB06-4E59-BDC1-5881ED2E517A}"/>
              </a:ext>
            </a:extLst>
          </p:cNvPr>
          <p:cNvSpPr>
            <a:spLocks xmlns:a="http://schemas.openxmlformats.org/drawingml/2006/main" noGrp="1"/>
          </p:cNvSpPr>
          <p:nvPr/>
        </p:nvSpPr>
        <p:spPr>
          <a:xfrm xmlns:a="http://schemas.openxmlformats.org/drawingml/2006/main">
            <a:off x="9000649" y="760047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210" name="module-166">
            <a:extLst xmlns:a="http://schemas.openxmlformats.org/drawingml/2006/main">
              <a:ext uri="{FF2B5EF4-FFF2-40B4-BE49-F238E27FC236}">
                <a16:creationId xmlns:a16="http://schemas.microsoft.com/office/drawing/2014/main" id="{AFA540E2-DB2B-448F-8971-D538CC1A6E8F}"/>
              </a:ext>
            </a:extLst>
          </p:cNvPr>
          <p:cNvSpPr>
            <a:spLocks xmlns:a="http://schemas.openxmlformats.org/drawingml/2006/main" noGrp="1"/>
          </p:cNvSpPr>
          <p:nvPr/>
        </p:nvSpPr>
        <p:spPr>
          <a:xfrm xmlns:a="http://schemas.openxmlformats.org/drawingml/2006/main">
            <a:off x="9000649" y="73623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446" name=""/>
          <p:cNvCxnSpPr>
            <a:stCxn xmlns:a="http://schemas.openxmlformats.org/drawingml/2006/main" id="209" idx="3"/>
            <a:endCxn xmlns:a="http://schemas.openxmlformats.org/drawingml/2006/main" id="210" idx="1"/>
          </p:cNvCxnSpPr>
          <p:nvPr/>
        </p:nvCxnSpPr>
        <p:spPr>
          <a:xfrm xmlns:a="http://schemas.openxmlformats.org/drawingml/2006/main" flipH="1" flipV="1">
            <a:off x="9000649" y="7362826"/>
            <a:ext cx="953" cy="238125"/>
          </a:xfrm>
          <a:prstGeom xmlns:a="http://schemas.openxmlformats.org/drawingml/2006/main" prst="straightConnector1">
            <a:avLst/>
          </a:prstGeom>
          <a:ln xmlns:a="http://schemas.openxmlformats.org/drawingml/2006/main" w="19050">
            <a:solidFill>
              <a:srgbClr val="111111"/>
            </a:solidFill>
            <a:prstDash val="solid"/>
            <a:tailEnd type="none" w="med" len="med"/>
          </a:ln>
        </p:spPr>
      </p:cxnSp>
      <p:sp>
        <p:nvSpPr>
          <p:cNvPr id="212" name="module-167">
            <a:extLst xmlns:a="http://schemas.openxmlformats.org/drawingml/2006/main">
              <a:ext uri="{FF2B5EF4-FFF2-40B4-BE49-F238E27FC236}">
                <a16:creationId xmlns:a16="http://schemas.microsoft.com/office/drawing/2014/main" id="{E715DF75-43E0-437B-9961-10017A333AA2}"/>
              </a:ext>
            </a:extLst>
          </p:cNvPr>
          <p:cNvSpPr>
            <a:spLocks xmlns:a="http://schemas.openxmlformats.org/drawingml/2006/main" noGrp="1"/>
          </p:cNvSpPr>
          <p:nvPr/>
        </p:nvSpPr>
        <p:spPr>
          <a:xfrm xmlns:a="http://schemas.openxmlformats.org/drawingml/2006/main">
            <a:off x="9000649" y="73623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213" name="module-168">
            <a:extLst xmlns:a="http://schemas.openxmlformats.org/drawingml/2006/main">
              <a:ext uri="{FF2B5EF4-FFF2-40B4-BE49-F238E27FC236}">
                <a16:creationId xmlns:a16="http://schemas.microsoft.com/office/drawing/2014/main" id="{D5D5E254-7093-4318-B946-FD1AE254D9A8}"/>
              </a:ext>
            </a:extLst>
          </p:cNvPr>
          <p:cNvSpPr>
            <a:spLocks xmlns:a="http://schemas.openxmlformats.org/drawingml/2006/main" noGrp="1"/>
          </p:cNvSpPr>
          <p:nvPr/>
        </p:nvSpPr>
        <p:spPr>
          <a:xfrm xmlns:a="http://schemas.openxmlformats.org/drawingml/2006/main">
            <a:off x="9172099" y="73623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449" name=""/>
          <p:cNvCxnSpPr>
            <a:stCxn xmlns:a="http://schemas.openxmlformats.org/drawingml/2006/main" id="212" idx="3"/>
            <a:endCxn xmlns:a="http://schemas.openxmlformats.org/drawingml/2006/main" id="213" idx="1"/>
          </p:cNvCxnSpPr>
          <p:nvPr/>
        </p:nvCxnSpPr>
        <p:spPr>
          <a:xfrm xmlns:a="http://schemas.openxmlformats.org/drawingml/2006/main">
            <a:off x="9001602" y="7362826"/>
            <a:ext cx="170497" cy="0"/>
          </a:xfrm>
          <a:prstGeom xmlns:a="http://schemas.openxmlformats.org/drawingml/2006/main" prst="straightConnector1">
            <a:avLst/>
          </a:prstGeom>
          <a:ln xmlns:a="http://schemas.openxmlformats.org/drawingml/2006/main" w="19050">
            <a:solidFill>
              <a:srgbClr val="111111"/>
            </a:solidFill>
            <a:prstDash val="solid"/>
            <a:tailEnd type="triangle" w="med" len="med"/>
          </a:ln>
        </p:spPr>
      </p:cxnSp>
      <p:sp>
        <p:nvSpPr>
          <p:cNvPr id="215" name="module-169">
            <a:extLst xmlns:a="http://schemas.openxmlformats.org/drawingml/2006/main">
              <a:ext uri="{FF2B5EF4-FFF2-40B4-BE49-F238E27FC236}">
                <a16:creationId xmlns:a16="http://schemas.microsoft.com/office/drawing/2014/main" id="{B472192F-1EF5-470B-9ED7-203759AE6ACC}"/>
              </a:ext>
            </a:extLst>
          </p:cNvPr>
          <p:cNvSpPr>
            <a:spLocks xmlns:a="http://schemas.openxmlformats.org/drawingml/2006/main" noGrp="1"/>
          </p:cNvSpPr>
          <p:nvPr/>
        </p:nvSpPr>
        <p:spPr>
          <a:xfrm xmlns:a="http://schemas.openxmlformats.org/drawingml/2006/main">
            <a:off x="9762649" y="72385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216" name="module-170">
            <a:extLst xmlns:a="http://schemas.openxmlformats.org/drawingml/2006/main">
              <a:ext uri="{FF2B5EF4-FFF2-40B4-BE49-F238E27FC236}">
                <a16:creationId xmlns:a16="http://schemas.microsoft.com/office/drawing/2014/main" id="{2170FC90-2001-4E36-8EE7-C5BD86FE6C65}"/>
              </a:ext>
            </a:extLst>
          </p:cNvPr>
          <p:cNvSpPr>
            <a:spLocks xmlns:a="http://schemas.openxmlformats.org/drawingml/2006/main" noGrp="1"/>
          </p:cNvSpPr>
          <p:nvPr/>
        </p:nvSpPr>
        <p:spPr>
          <a:xfrm xmlns:a="http://schemas.openxmlformats.org/drawingml/2006/main">
            <a:off x="10153174" y="72385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452" name=""/>
          <p:cNvCxnSpPr>
            <a:stCxn xmlns:a="http://schemas.openxmlformats.org/drawingml/2006/main" id="215" idx="3"/>
            <a:endCxn xmlns:a="http://schemas.openxmlformats.org/drawingml/2006/main" id="216" idx="1"/>
          </p:cNvCxnSpPr>
          <p:nvPr/>
        </p:nvCxnSpPr>
        <p:spPr>
          <a:xfrm xmlns:a="http://schemas.openxmlformats.org/drawingml/2006/main">
            <a:off x="9763602" y="7239001"/>
            <a:ext cx="389572" cy="0"/>
          </a:xfrm>
          <a:prstGeom xmlns:a="http://schemas.openxmlformats.org/drawingml/2006/main" prst="straightConnector1">
            <a:avLst/>
          </a:prstGeom>
          <a:ln xmlns:a="http://schemas.openxmlformats.org/drawingml/2006/main" w="19050">
            <a:solidFill>
              <a:srgbClr val="111111"/>
            </a:solidFill>
            <a:prstDash val="solid"/>
            <a:tailEnd type="none" w="med" len="med"/>
          </a:ln>
        </p:spPr>
      </p:cxnSp>
      <p:sp>
        <p:nvSpPr>
          <p:cNvPr id="218" name="module-171">
            <a:extLst xmlns:a="http://schemas.openxmlformats.org/drawingml/2006/main">
              <a:ext uri="{FF2B5EF4-FFF2-40B4-BE49-F238E27FC236}">
                <a16:creationId xmlns:a16="http://schemas.microsoft.com/office/drawing/2014/main" id="{59B58327-D143-4576-AEC7-A56CBEC777A8}"/>
              </a:ext>
            </a:extLst>
          </p:cNvPr>
          <p:cNvSpPr>
            <a:spLocks xmlns:a="http://schemas.openxmlformats.org/drawingml/2006/main" noGrp="1"/>
          </p:cNvSpPr>
          <p:nvPr/>
        </p:nvSpPr>
        <p:spPr>
          <a:xfrm xmlns:a="http://schemas.openxmlformats.org/drawingml/2006/main">
            <a:off x="10153174" y="723852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219" name="module-172">
            <a:extLst xmlns:a="http://schemas.openxmlformats.org/drawingml/2006/main">
              <a:ext uri="{FF2B5EF4-FFF2-40B4-BE49-F238E27FC236}">
                <a16:creationId xmlns:a16="http://schemas.microsoft.com/office/drawing/2014/main" id="{F56C2879-C55E-40A3-B98A-720CFA1E9B20}"/>
              </a:ext>
            </a:extLst>
          </p:cNvPr>
          <p:cNvSpPr>
            <a:spLocks xmlns:a="http://schemas.openxmlformats.org/drawingml/2006/main" noGrp="1"/>
          </p:cNvSpPr>
          <p:nvPr/>
        </p:nvSpPr>
        <p:spPr>
          <a:xfrm xmlns:a="http://schemas.openxmlformats.org/drawingml/2006/main">
            <a:off x="10153174" y="65622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455" name=""/>
          <p:cNvCxnSpPr>
            <a:stCxn xmlns:a="http://schemas.openxmlformats.org/drawingml/2006/main" id="218" idx="3"/>
            <a:endCxn xmlns:a="http://schemas.openxmlformats.org/drawingml/2006/main" id="219" idx="1"/>
          </p:cNvCxnSpPr>
          <p:nvPr/>
        </p:nvCxnSpPr>
        <p:spPr>
          <a:xfrm xmlns:a="http://schemas.openxmlformats.org/drawingml/2006/main" flipH="1" flipV="1">
            <a:off x="10153174" y="6562726"/>
            <a:ext cx="953" cy="676275"/>
          </a:xfrm>
          <a:prstGeom xmlns:a="http://schemas.openxmlformats.org/drawingml/2006/main" prst="straightConnector1">
            <a:avLst/>
          </a:prstGeom>
          <a:ln xmlns:a="http://schemas.openxmlformats.org/drawingml/2006/main" w="19050">
            <a:solidFill>
              <a:srgbClr val="111111"/>
            </a:solidFill>
            <a:prstDash val="solid"/>
            <a:tailEnd type="triangle" w="med" len="med"/>
          </a:ln>
        </p:spPr>
      </p:cxnSp>
      <p:sp>
        <p:nvSpPr>
          <p:cNvPr id="221" name="module-173">
            <a:extLst xmlns:a="http://schemas.openxmlformats.org/drawingml/2006/main">
              <a:ext uri="{FF2B5EF4-FFF2-40B4-BE49-F238E27FC236}">
                <a16:creationId xmlns:a16="http://schemas.microsoft.com/office/drawing/2014/main" id="{DB68776D-1E21-4C8A-A148-FFC8968A73E8}"/>
              </a:ext>
            </a:extLst>
          </p:cNvPr>
          <p:cNvSpPr>
            <a:spLocks xmlns:a="http://schemas.openxmlformats.org/drawingml/2006/main" noGrp="1"/>
          </p:cNvSpPr>
          <p:nvPr/>
        </p:nvSpPr>
        <p:spPr>
          <a:xfrm xmlns:a="http://schemas.openxmlformats.org/drawingml/2006/main">
            <a:off x="10334149" y="638127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222" name="module-174">
            <a:extLst xmlns:a="http://schemas.openxmlformats.org/drawingml/2006/main">
              <a:ext uri="{FF2B5EF4-FFF2-40B4-BE49-F238E27FC236}">
                <a16:creationId xmlns:a16="http://schemas.microsoft.com/office/drawing/2014/main" id="{EFB2907D-65FF-40BB-8121-264EDB565932}"/>
              </a:ext>
            </a:extLst>
          </p:cNvPr>
          <p:cNvSpPr>
            <a:spLocks xmlns:a="http://schemas.openxmlformats.org/drawingml/2006/main" noGrp="1"/>
          </p:cNvSpPr>
          <p:nvPr/>
        </p:nvSpPr>
        <p:spPr>
          <a:xfrm xmlns:a="http://schemas.openxmlformats.org/drawingml/2006/main">
            <a:off x="10400824" y="638127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458" name=""/>
          <p:cNvCxnSpPr>
            <a:stCxn xmlns:a="http://schemas.openxmlformats.org/drawingml/2006/main" id="221" idx="3"/>
            <a:endCxn xmlns:a="http://schemas.openxmlformats.org/drawingml/2006/main" id="222" idx="1"/>
          </p:cNvCxnSpPr>
          <p:nvPr/>
        </p:nvCxnSpPr>
        <p:spPr>
          <a:xfrm xmlns:a="http://schemas.openxmlformats.org/drawingml/2006/main">
            <a:off x="10335102" y="6381751"/>
            <a:ext cx="65722" cy="0"/>
          </a:xfrm>
          <a:prstGeom xmlns:a="http://schemas.openxmlformats.org/drawingml/2006/main" prst="straightConnector1">
            <a:avLst/>
          </a:prstGeom>
          <a:ln xmlns:a="http://schemas.openxmlformats.org/drawingml/2006/main" w="19050">
            <a:solidFill>
              <a:srgbClr val="111111"/>
            </a:solidFill>
            <a:prstDash val="solid"/>
            <a:tailEnd type="none" w="med" len="med"/>
          </a:ln>
        </p:spPr>
      </p:cxnSp>
      <p:sp>
        <p:nvSpPr>
          <p:cNvPr id="224" name="module-175">
            <a:extLst xmlns:a="http://schemas.openxmlformats.org/drawingml/2006/main">
              <a:ext uri="{FF2B5EF4-FFF2-40B4-BE49-F238E27FC236}">
                <a16:creationId xmlns:a16="http://schemas.microsoft.com/office/drawing/2014/main" id="{7AEE29A4-3428-4B5B-8274-CC036407F3C9}"/>
              </a:ext>
            </a:extLst>
          </p:cNvPr>
          <p:cNvSpPr>
            <a:spLocks xmlns:a="http://schemas.openxmlformats.org/drawingml/2006/main" noGrp="1"/>
          </p:cNvSpPr>
          <p:nvPr/>
        </p:nvSpPr>
        <p:spPr>
          <a:xfrm xmlns:a="http://schemas.openxmlformats.org/drawingml/2006/main">
            <a:off x="10400824" y="6381274"/>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225" name="module-176">
            <a:extLst xmlns:a="http://schemas.openxmlformats.org/drawingml/2006/main">
              <a:ext uri="{FF2B5EF4-FFF2-40B4-BE49-F238E27FC236}">
                <a16:creationId xmlns:a16="http://schemas.microsoft.com/office/drawing/2014/main" id="{67C0D310-4407-41BA-B092-B5B923892692}"/>
              </a:ext>
            </a:extLst>
          </p:cNvPr>
          <p:cNvSpPr>
            <a:spLocks xmlns:a="http://schemas.openxmlformats.org/drawingml/2006/main" noGrp="1"/>
          </p:cNvSpPr>
          <p:nvPr/>
        </p:nvSpPr>
        <p:spPr>
          <a:xfrm xmlns:a="http://schemas.openxmlformats.org/drawingml/2006/main">
            <a:off x="10400824" y="70194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461" name=""/>
          <p:cNvCxnSpPr>
            <a:stCxn xmlns:a="http://schemas.openxmlformats.org/drawingml/2006/main" id="224" idx="3"/>
            <a:endCxn xmlns:a="http://schemas.openxmlformats.org/drawingml/2006/main" id="225" idx="1"/>
          </p:cNvCxnSpPr>
          <p:nvPr/>
        </p:nvCxnSpPr>
        <p:spPr>
          <a:xfrm xmlns:a="http://schemas.openxmlformats.org/drawingml/2006/main" flipH="1">
            <a:off x="10400824" y="6381751"/>
            <a:ext cx="953" cy="638175"/>
          </a:xfrm>
          <a:prstGeom xmlns:a="http://schemas.openxmlformats.org/drawingml/2006/main" prst="straightConnector1">
            <a:avLst/>
          </a:prstGeom>
          <a:ln xmlns:a="http://schemas.openxmlformats.org/drawingml/2006/main" w="19050">
            <a:solidFill>
              <a:srgbClr val="111111"/>
            </a:solidFill>
            <a:prstDash val="solid"/>
            <a:tailEnd type="none" w="med" len="med"/>
          </a:ln>
        </p:spPr>
      </p:cxnSp>
      <p:sp>
        <p:nvSpPr>
          <p:cNvPr id="227" name="module-177">
            <a:extLst xmlns:a="http://schemas.openxmlformats.org/drawingml/2006/main">
              <a:ext uri="{FF2B5EF4-FFF2-40B4-BE49-F238E27FC236}">
                <a16:creationId xmlns:a16="http://schemas.microsoft.com/office/drawing/2014/main" id="{6A88CFA5-DD5F-4545-8ABF-8C320E88F58B}"/>
              </a:ext>
            </a:extLst>
          </p:cNvPr>
          <p:cNvSpPr>
            <a:spLocks xmlns:a="http://schemas.openxmlformats.org/drawingml/2006/main" noGrp="1"/>
          </p:cNvSpPr>
          <p:nvPr/>
        </p:nvSpPr>
        <p:spPr>
          <a:xfrm xmlns:a="http://schemas.openxmlformats.org/drawingml/2006/main">
            <a:off x="10400824" y="70194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228" name="module-178">
            <a:extLst xmlns:a="http://schemas.openxmlformats.org/drawingml/2006/main">
              <a:ext uri="{FF2B5EF4-FFF2-40B4-BE49-F238E27FC236}">
                <a16:creationId xmlns:a16="http://schemas.microsoft.com/office/drawing/2014/main" id="{C0556B91-F578-4A5E-B207-71EE0DC2B130}"/>
              </a:ext>
            </a:extLst>
          </p:cNvPr>
          <p:cNvSpPr>
            <a:spLocks xmlns:a="http://schemas.openxmlformats.org/drawingml/2006/main" noGrp="1"/>
          </p:cNvSpPr>
          <p:nvPr/>
        </p:nvSpPr>
        <p:spPr>
          <a:xfrm xmlns:a="http://schemas.openxmlformats.org/drawingml/2006/main">
            <a:off x="10648474" y="701944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464" name=""/>
          <p:cNvCxnSpPr>
            <a:stCxn xmlns:a="http://schemas.openxmlformats.org/drawingml/2006/main" id="227" idx="3"/>
            <a:endCxn xmlns:a="http://schemas.openxmlformats.org/drawingml/2006/main" id="228" idx="1"/>
          </p:cNvCxnSpPr>
          <p:nvPr/>
        </p:nvCxnSpPr>
        <p:spPr>
          <a:xfrm xmlns:a="http://schemas.openxmlformats.org/drawingml/2006/main">
            <a:off x="10401777" y="7019926"/>
            <a:ext cx="246697" cy="0"/>
          </a:xfrm>
          <a:prstGeom xmlns:a="http://schemas.openxmlformats.org/drawingml/2006/main" prst="straightConnector1">
            <a:avLst/>
          </a:prstGeom>
          <a:ln xmlns:a="http://schemas.openxmlformats.org/drawingml/2006/main" w="19050">
            <a:solidFill>
              <a:srgbClr val="111111"/>
            </a:solidFill>
            <a:prstDash val="solid"/>
            <a:tailEnd type="triangle" w="med" len="med"/>
          </a:ln>
        </p:spPr>
      </p:cxnSp>
      <p:sp>
        <p:nvSpPr>
          <p:cNvPr id="230" name="module-179">
            <a:extLst xmlns:a="http://schemas.openxmlformats.org/drawingml/2006/main">
              <a:ext uri="{FF2B5EF4-FFF2-40B4-BE49-F238E27FC236}">
                <a16:creationId xmlns:a16="http://schemas.microsoft.com/office/drawing/2014/main" id="{870E809D-77A6-472C-89D5-A779C312B5B4}"/>
              </a:ext>
            </a:extLst>
          </p:cNvPr>
          <p:cNvSpPr>
            <a:spLocks xmlns:a="http://schemas.openxmlformats.org/drawingml/2006/main" noGrp="1"/>
          </p:cNvSpPr>
          <p:nvPr/>
        </p:nvSpPr>
        <p:spPr>
          <a:xfrm xmlns:a="http://schemas.openxmlformats.org/drawingml/2006/main">
            <a:off x="12134374" y="703849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231" name="module-180">
            <a:extLst xmlns:a="http://schemas.openxmlformats.org/drawingml/2006/main">
              <a:ext uri="{FF2B5EF4-FFF2-40B4-BE49-F238E27FC236}">
                <a16:creationId xmlns:a16="http://schemas.microsoft.com/office/drawing/2014/main" id="{69E5CAAD-5D3F-486E-9312-49C2142C5BFB}"/>
              </a:ext>
            </a:extLst>
          </p:cNvPr>
          <p:cNvSpPr>
            <a:spLocks xmlns:a="http://schemas.openxmlformats.org/drawingml/2006/main" noGrp="1"/>
          </p:cNvSpPr>
          <p:nvPr/>
        </p:nvSpPr>
        <p:spPr>
          <a:xfrm xmlns:a="http://schemas.openxmlformats.org/drawingml/2006/main">
            <a:off x="12982099" y="703849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467" name=""/>
          <p:cNvCxnSpPr>
            <a:stCxn xmlns:a="http://schemas.openxmlformats.org/drawingml/2006/main" id="230" idx="3"/>
            <a:endCxn xmlns:a="http://schemas.openxmlformats.org/drawingml/2006/main" id="231" idx="1"/>
          </p:cNvCxnSpPr>
          <p:nvPr/>
        </p:nvCxnSpPr>
        <p:spPr>
          <a:xfrm xmlns:a="http://schemas.openxmlformats.org/drawingml/2006/main">
            <a:off x="12135327" y="7038976"/>
            <a:ext cx="846772" cy="0"/>
          </a:xfrm>
          <a:prstGeom xmlns:a="http://schemas.openxmlformats.org/drawingml/2006/main" prst="straightConnector1">
            <a:avLst/>
          </a:prstGeom>
          <a:ln xmlns:a="http://schemas.openxmlformats.org/drawingml/2006/main" w="19050">
            <a:solidFill>
              <a:srgbClr val="111111"/>
            </a:solidFill>
            <a:prstDash val="solid"/>
            <a:tailEnd type="triangle" w="med" len="med"/>
          </a:ln>
        </p:spPr>
      </p:cxnSp>
      <p:sp>
        <p:nvSpPr>
          <p:cNvPr id="233" name="module-181">
            <a:extLst xmlns:a="http://schemas.openxmlformats.org/drawingml/2006/main">
              <a:ext uri="{FF2B5EF4-FFF2-40B4-BE49-F238E27FC236}">
                <a16:creationId xmlns:a16="http://schemas.microsoft.com/office/drawing/2014/main" id="{B8902163-CE2D-4965-AED1-24175D685D12}"/>
              </a:ext>
            </a:extLst>
          </p:cNvPr>
          <p:cNvSpPr>
            <a:spLocks xmlns:a="http://schemas.openxmlformats.org/drawingml/2006/main" noGrp="1"/>
          </p:cNvSpPr>
          <p:nvPr/>
        </p:nvSpPr>
        <p:spPr>
          <a:xfrm xmlns:a="http://schemas.openxmlformats.org/drawingml/2006/main">
            <a:off x="14982349" y="703849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sp>
        <p:nvSpPr>
          <p:cNvPr id="234" name="module-182">
            <a:extLst xmlns:a="http://schemas.openxmlformats.org/drawingml/2006/main">
              <a:ext uri="{FF2B5EF4-FFF2-40B4-BE49-F238E27FC236}">
                <a16:creationId xmlns:a16="http://schemas.microsoft.com/office/drawing/2014/main" id="{FE226DAC-413D-43E4-B14F-27094439F884}"/>
              </a:ext>
            </a:extLst>
          </p:cNvPr>
          <p:cNvSpPr>
            <a:spLocks xmlns:a="http://schemas.openxmlformats.org/drawingml/2006/main" noGrp="1"/>
          </p:cNvSpPr>
          <p:nvPr/>
        </p:nvSpPr>
        <p:spPr>
          <a:xfrm xmlns:a="http://schemas.openxmlformats.org/drawingml/2006/main">
            <a:off x="15744349" y="7038499"/>
            <a:ext cx="953" cy="953"/>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sp>
      <p:cxnSp>
        <p:nvCxnSpPr>
          <p:cNvPr id="470" name=""/>
          <p:cNvCxnSpPr>
            <a:stCxn xmlns:a="http://schemas.openxmlformats.org/drawingml/2006/main" id="233" idx="3"/>
            <a:endCxn xmlns:a="http://schemas.openxmlformats.org/drawingml/2006/main" id="234" idx="1"/>
          </p:cNvCxnSpPr>
          <p:nvPr/>
        </p:nvCxnSpPr>
        <p:spPr>
          <a:xfrm xmlns:a="http://schemas.openxmlformats.org/drawingml/2006/main">
            <a:off x="14983302" y="7038976"/>
            <a:ext cx="761047" cy="0"/>
          </a:xfrm>
          <a:prstGeom xmlns:a="http://schemas.openxmlformats.org/drawingml/2006/main" prst="straightConnector1">
            <a:avLst/>
          </a:prstGeom>
          <a:ln xmlns:a="http://schemas.openxmlformats.org/drawingml/2006/main" w="19050">
            <a:solidFill>
              <a:srgbClr val="111111"/>
            </a:solidFill>
            <a:prstDash val="solid"/>
            <a:tailEnd type="triangle" w="med" len="med"/>
          </a:ln>
        </p:spPr>
      </p:cxnSp>
    </p:spTree>
    <p:extLst>
      <p:ext uri="{BB962C8B-B14F-4D97-AF65-F5344CB8AC3E}">
        <p14:creationId xmlns:p14="http://schemas.microsoft.com/office/powerpoint/2010/main" val="3497097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2026-09-13T14:43:50.2710000Z</dcterms:created>
  <dcterms:modified xsi:type="dcterms:W3CDTF">2026-09-13T14:43:50.2710000Z</dcterms:modified>
</coreProperties>
</file>